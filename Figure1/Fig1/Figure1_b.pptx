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66" r:id="rId3"/>
  </p:sldIdLst>
  <p:sldSz cx="6915150" cy="3881438"/>
  <p:notesSz cx="6858000" cy="9144000"/>
  <p:defaultTextStyle>
    <a:defPPr>
      <a:defRPr lang="en-US"/>
    </a:defPPr>
    <a:lvl1pPr marL="0" algn="l" defTabSz="291785" rtl="0" eaLnBrk="1" latinLnBrk="0" hangingPunct="1">
      <a:defRPr sz="1149" kern="1200">
        <a:solidFill>
          <a:schemeClr val="tx1"/>
        </a:solidFill>
        <a:latin typeface="+mn-lt"/>
        <a:ea typeface="+mn-ea"/>
        <a:cs typeface="+mn-cs"/>
      </a:defRPr>
    </a:lvl1pPr>
    <a:lvl2pPr marL="291785" algn="l" defTabSz="291785" rtl="0" eaLnBrk="1" latinLnBrk="0" hangingPunct="1">
      <a:defRPr sz="1149" kern="1200">
        <a:solidFill>
          <a:schemeClr val="tx1"/>
        </a:solidFill>
        <a:latin typeface="+mn-lt"/>
        <a:ea typeface="+mn-ea"/>
        <a:cs typeface="+mn-cs"/>
      </a:defRPr>
    </a:lvl2pPr>
    <a:lvl3pPr marL="583570" algn="l" defTabSz="291785" rtl="0" eaLnBrk="1" latinLnBrk="0" hangingPunct="1">
      <a:defRPr sz="1149" kern="1200">
        <a:solidFill>
          <a:schemeClr val="tx1"/>
        </a:solidFill>
        <a:latin typeface="+mn-lt"/>
        <a:ea typeface="+mn-ea"/>
        <a:cs typeface="+mn-cs"/>
      </a:defRPr>
    </a:lvl3pPr>
    <a:lvl4pPr marL="875355" algn="l" defTabSz="291785" rtl="0" eaLnBrk="1" latinLnBrk="0" hangingPunct="1">
      <a:defRPr sz="1149" kern="1200">
        <a:solidFill>
          <a:schemeClr val="tx1"/>
        </a:solidFill>
        <a:latin typeface="+mn-lt"/>
        <a:ea typeface="+mn-ea"/>
        <a:cs typeface="+mn-cs"/>
      </a:defRPr>
    </a:lvl4pPr>
    <a:lvl5pPr marL="1167140" algn="l" defTabSz="291785" rtl="0" eaLnBrk="1" latinLnBrk="0" hangingPunct="1">
      <a:defRPr sz="1149" kern="1200">
        <a:solidFill>
          <a:schemeClr val="tx1"/>
        </a:solidFill>
        <a:latin typeface="+mn-lt"/>
        <a:ea typeface="+mn-ea"/>
        <a:cs typeface="+mn-cs"/>
      </a:defRPr>
    </a:lvl5pPr>
    <a:lvl6pPr marL="1458925" algn="l" defTabSz="291785" rtl="0" eaLnBrk="1" latinLnBrk="0" hangingPunct="1">
      <a:defRPr sz="1149" kern="1200">
        <a:solidFill>
          <a:schemeClr val="tx1"/>
        </a:solidFill>
        <a:latin typeface="+mn-lt"/>
        <a:ea typeface="+mn-ea"/>
        <a:cs typeface="+mn-cs"/>
      </a:defRPr>
    </a:lvl6pPr>
    <a:lvl7pPr marL="1750710" algn="l" defTabSz="291785" rtl="0" eaLnBrk="1" latinLnBrk="0" hangingPunct="1">
      <a:defRPr sz="1149" kern="1200">
        <a:solidFill>
          <a:schemeClr val="tx1"/>
        </a:solidFill>
        <a:latin typeface="+mn-lt"/>
        <a:ea typeface="+mn-ea"/>
        <a:cs typeface="+mn-cs"/>
      </a:defRPr>
    </a:lvl7pPr>
    <a:lvl8pPr marL="2042495" algn="l" defTabSz="291785" rtl="0" eaLnBrk="1" latinLnBrk="0" hangingPunct="1">
      <a:defRPr sz="1149" kern="1200">
        <a:solidFill>
          <a:schemeClr val="tx1"/>
        </a:solidFill>
        <a:latin typeface="+mn-lt"/>
        <a:ea typeface="+mn-ea"/>
        <a:cs typeface="+mn-cs"/>
      </a:defRPr>
    </a:lvl8pPr>
    <a:lvl9pPr marL="2334280" algn="l" defTabSz="291785" rtl="0" eaLnBrk="1" latinLnBrk="0" hangingPunct="1">
      <a:defRPr sz="114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10" userDrawn="1">
          <p15:clr>
            <a:srgbClr val="A4A3A4"/>
          </p15:clr>
        </p15:guide>
        <p15:guide id="2" pos="18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86" d="100"/>
          <a:sy n="186" d="100"/>
        </p:scale>
        <p:origin x="756" y="144"/>
      </p:cViewPr>
      <p:guideLst>
        <p:guide orient="horz" pos="1310"/>
        <p:guide pos="189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0988" y="1291887"/>
            <a:ext cx="5111198" cy="8914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1976" y="2356587"/>
            <a:ext cx="4209222" cy="10627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999" y="2672339"/>
            <a:ext cx="5111198" cy="825961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999" y="1762628"/>
            <a:ext cx="5111198" cy="90971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0659" y="970360"/>
            <a:ext cx="2655818" cy="274453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56697" y="970360"/>
            <a:ext cx="2655818" cy="274453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659" y="930891"/>
            <a:ext cx="2656863" cy="38795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659" y="1318842"/>
            <a:ext cx="2656863" cy="239605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54609" y="930891"/>
            <a:ext cx="2657906" cy="38795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54609" y="1318842"/>
            <a:ext cx="2657906" cy="239605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659" y="165577"/>
            <a:ext cx="1978293" cy="70466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0984" y="165578"/>
            <a:ext cx="3361531" cy="354932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0659" y="870244"/>
            <a:ext cx="1978293" cy="284465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8624" y="2911079"/>
            <a:ext cx="3607904" cy="34366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78624" y="371586"/>
            <a:ext cx="3607904" cy="249521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8624" y="3254748"/>
            <a:ext cx="3607904" cy="48806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59551" y="166541"/>
            <a:ext cx="1352964" cy="354835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0659" y="166541"/>
            <a:ext cx="3958673" cy="354835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8636" y="1391263"/>
            <a:ext cx="5877878" cy="95999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7273" y="2537864"/>
            <a:ext cx="4840605" cy="114452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63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926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89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853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817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78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744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70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4267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571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249" y="2877904"/>
            <a:ext cx="5877878" cy="889496"/>
          </a:xfrm>
        </p:spPr>
        <p:txBody>
          <a:bodyPr anchor="t"/>
          <a:lstStyle>
            <a:lvl1pPr algn="l">
              <a:defRPr sz="346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6249" y="1898214"/>
            <a:ext cx="5877878" cy="979690"/>
          </a:xfrm>
        </p:spPr>
        <p:txBody>
          <a:bodyPr anchor="b"/>
          <a:lstStyle>
            <a:lvl1pPr marL="0" indent="0">
              <a:buNone/>
              <a:defRPr sz="1734">
                <a:solidFill>
                  <a:schemeClr val="tx1">
                    <a:tint val="75000"/>
                  </a:schemeClr>
                </a:solidFill>
              </a:defRPr>
            </a:lvl1pPr>
            <a:lvl2pPr marL="396347" indent="0">
              <a:buNone/>
              <a:defRPr sz="1560">
                <a:solidFill>
                  <a:schemeClr val="tx1">
                    <a:tint val="75000"/>
                  </a:schemeClr>
                </a:solidFill>
              </a:defRPr>
            </a:lvl2pPr>
            <a:lvl3pPr marL="792693" indent="0">
              <a:buNone/>
              <a:defRPr sz="1387">
                <a:solidFill>
                  <a:schemeClr val="tx1">
                    <a:tint val="75000"/>
                  </a:schemeClr>
                </a:solidFill>
              </a:defRPr>
            </a:lvl3pPr>
            <a:lvl4pPr marL="1189040" indent="0">
              <a:buNone/>
              <a:defRPr sz="1214">
                <a:solidFill>
                  <a:schemeClr val="tx1">
                    <a:tint val="75000"/>
                  </a:schemeClr>
                </a:solidFill>
              </a:defRPr>
            </a:lvl4pPr>
            <a:lvl5pPr marL="1585387" indent="0">
              <a:buNone/>
              <a:defRPr sz="1214">
                <a:solidFill>
                  <a:schemeClr val="tx1">
                    <a:tint val="75000"/>
                  </a:schemeClr>
                </a:solidFill>
              </a:defRPr>
            </a:lvl5pPr>
            <a:lvl6pPr marL="1981733" indent="0">
              <a:buNone/>
              <a:defRPr sz="1214">
                <a:solidFill>
                  <a:schemeClr val="tx1">
                    <a:tint val="75000"/>
                  </a:schemeClr>
                </a:solidFill>
              </a:defRPr>
            </a:lvl6pPr>
            <a:lvl7pPr marL="2378080" indent="0">
              <a:buNone/>
              <a:defRPr sz="1214">
                <a:solidFill>
                  <a:schemeClr val="tx1">
                    <a:tint val="75000"/>
                  </a:schemeClr>
                </a:solidFill>
              </a:defRPr>
            </a:lvl7pPr>
            <a:lvl8pPr marL="2774427" indent="0">
              <a:buNone/>
              <a:defRPr sz="1214">
                <a:solidFill>
                  <a:schemeClr val="tx1">
                    <a:tint val="75000"/>
                  </a:schemeClr>
                </a:solidFill>
              </a:defRPr>
            </a:lvl8pPr>
            <a:lvl9pPr marL="3170773" indent="0">
              <a:buNone/>
              <a:defRPr sz="121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4825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5758" y="1045003"/>
            <a:ext cx="3054191" cy="2955657"/>
          </a:xfrm>
        </p:spPr>
        <p:txBody>
          <a:bodyPr/>
          <a:lstStyle>
            <a:lvl1pPr>
              <a:defRPr sz="2427"/>
            </a:lvl1pPr>
            <a:lvl2pPr>
              <a:defRPr sz="2081"/>
            </a:lvl2pPr>
            <a:lvl3pPr>
              <a:defRPr sz="1734"/>
            </a:lvl3pPr>
            <a:lvl4pPr>
              <a:defRPr sz="1560"/>
            </a:lvl4pPr>
            <a:lvl5pPr>
              <a:defRPr sz="1560"/>
            </a:lvl5pPr>
            <a:lvl6pPr>
              <a:defRPr sz="1560"/>
            </a:lvl6pPr>
            <a:lvl7pPr>
              <a:defRPr sz="1560"/>
            </a:lvl7pPr>
            <a:lvl8pPr>
              <a:defRPr sz="1560"/>
            </a:lvl8pPr>
            <a:lvl9pPr>
              <a:defRPr sz="15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15201" y="1045003"/>
            <a:ext cx="3054191" cy="2955657"/>
          </a:xfrm>
        </p:spPr>
        <p:txBody>
          <a:bodyPr/>
          <a:lstStyle>
            <a:lvl1pPr>
              <a:defRPr sz="2427"/>
            </a:lvl1pPr>
            <a:lvl2pPr>
              <a:defRPr sz="2081"/>
            </a:lvl2pPr>
            <a:lvl3pPr>
              <a:defRPr sz="1734"/>
            </a:lvl3pPr>
            <a:lvl4pPr>
              <a:defRPr sz="1560"/>
            </a:lvl4pPr>
            <a:lvl5pPr>
              <a:defRPr sz="1560"/>
            </a:lvl5pPr>
            <a:lvl6pPr>
              <a:defRPr sz="1560"/>
            </a:lvl6pPr>
            <a:lvl7pPr>
              <a:defRPr sz="1560"/>
            </a:lvl7pPr>
            <a:lvl8pPr>
              <a:defRPr sz="1560"/>
            </a:lvl8pPr>
            <a:lvl9pPr>
              <a:defRPr sz="15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7745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758" y="1002498"/>
            <a:ext cx="3055392" cy="417793"/>
          </a:xfrm>
        </p:spPr>
        <p:txBody>
          <a:bodyPr anchor="b"/>
          <a:lstStyle>
            <a:lvl1pPr marL="0" indent="0">
              <a:buNone/>
              <a:defRPr sz="2081" b="1"/>
            </a:lvl1pPr>
            <a:lvl2pPr marL="396347" indent="0">
              <a:buNone/>
              <a:defRPr sz="1734" b="1"/>
            </a:lvl2pPr>
            <a:lvl3pPr marL="792693" indent="0">
              <a:buNone/>
              <a:defRPr sz="1560" b="1"/>
            </a:lvl3pPr>
            <a:lvl4pPr marL="1189040" indent="0">
              <a:buNone/>
              <a:defRPr sz="1387" b="1"/>
            </a:lvl4pPr>
            <a:lvl5pPr marL="1585387" indent="0">
              <a:buNone/>
              <a:defRPr sz="1387" b="1"/>
            </a:lvl5pPr>
            <a:lvl6pPr marL="1981733" indent="0">
              <a:buNone/>
              <a:defRPr sz="1387" b="1"/>
            </a:lvl6pPr>
            <a:lvl7pPr marL="2378080" indent="0">
              <a:buNone/>
              <a:defRPr sz="1387" b="1"/>
            </a:lvl7pPr>
            <a:lvl8pPr marL="2774427" indent="0">
              <a:buNone/>
              <a:defRPr sz="1387" b="1"/>
            </a:lvl8pPr>
            <a:lvl9pPr marL="3170773" indent="0">
              <a:buNone/>
              <a:defRPr sz="13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5758" y="1420292"/>
            <a:ext cx="3055392" cy="2580369"/>
          </a:xfrm>
        </p:spPr>
        <p:txBody>
          <a:bodyPr/>
          <a:lstStyle>
            <a:lvl1pPr>
              <a:defRPr sz="2081"/>
            </a:lvl1pPr>
            <a:lvl2pPr>
              <a:defRPr sz="1734"/>
            </a:lvl2pPr>
            <a:lvl3pPr>
              <a:defRPr sz="1560"/>
            </a:lvl3pPr>
            <a:lvl4pPr>
              <a:defRPr sz="1387"/>
            </a:lvl4pPr>
            <a:lvl5pPr>
              <a:defRPr sz="1387"/>
            </a:lvl5pPr>
            <a:lvl6pPr>
              <a:defRPr sz="1387"/>
            </a:lvl6pPr>
            <a:lvl7pPr>
              <a:defRPr sz="1387"/>
            </a:lvl7pPr>
            <a:lvl8pPr>
              <a:defRPr sz="1387"/>
            </a:lvl8pPr>
            <a:lvl9pPr>
              <a:defRPr sz="138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512802" y="1002498"/>
            <a:ext cx="3056592" cy="417793"/>
          </a:xfrm>
        </p:spPr>
        <p:txBody>
          <a:bodyPr anchor="b"/>
          <a:lstStyle>
            <a:lvl1pPr marL="0" indent="0">
              <a:buNone/>
              <a:defRPr sz="2081" b="1"/>
            </a:lvl1pPr>
            <a:lvl2pPr marL="396347" indent="0">
              <a:buNone/>
              <a:defRPr sz="1734" b="1"/>
            </a:lvl2pPr>
            <a:lvl3pPr marL="792693" indent="0">
              <a:buNone/>
              <a:defRPr sz="1560" b="1"/>
            </a:lvl3pPr>
            <a:lvl4pPr marL="1189040" indent="0">
              <a:buNone/>
              <a:defRPr sz="1387" b="1"/>
            </a:lvl4pPr>
            <a:lvl5pPr marL="1585387" indent="0">
              <a:buNone/>
              <a:defRPr sz="1387" b="1"/>
            </a:lvl5pPr>
            <a:lvl6pPr marL="1981733" indent="0">
              <a:buNone/>
              <a:defRPr sz="1387" b="1"/>
            </a:lvl6pPr>
            <a:lvl7pPr marL="2378080" indent="0">
              <a:buNone/>
              <a:defRPr sz="1387" b="1"/>
            </a:lvl7pPr>
            <a:lvl8pPr marL="2774427" indent="0">
              <a:buNone/>
              <a:defRPr sz="1387" b="1"/>
            </a:lvl8pPr>
            <a:lvl9pPr marL="3170773" indent="0">
              <a:buNone/>
              <a:defRPr sz="13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512802" y="1420292"/>
            <a:ext cx="3056592" cy="2580369"/>
          </a:xfrm>
        </p:spPr>
        <p:txBody>
          <a:bodyPr/>
          <a:lstStyle>
            <a:lvl1pPr>
              <a:defRPr sz="2081"/>
            </a:lvl1pPr>
            <a:lvl2pPr>
              <a:defRPr sz="1734"/>
            </a:lvl2pPr>
            <a:lvl3pPr>
              <a:defRPr sz="1560"/>
            </a:lvl3pPr>
            <a:lvl4pPr>
              <a:defRPr sz="1387"/>
            </a:lvl4pPr>
            <a:lvl5pPr>
              <a:defRPr sz="1387"/>
            </a:lvl5pPr>
            <a:lvl6pPr>
              <a:defRPr sz="1387"/>
            </a:lvl6pPr>
            <a:lvl7pPr>
              <a:defRPr sz="1387"/>
            </a:lvl7pPr>
            <a:lvl8pPr>
              <a:defRPr sz="1387"/>
            </a:lvl8pPr>
            <a:lvl9pPr>
              <a:defRPr sz="138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841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8082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385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759" y="178314"/>
            <a:ext cx="2275037" cy="758871"/>
          </a:xfrm>
        </p:spPr>
        <p:txBody>
          <a:bodyPr anchor="b"/>
          <a:lstStyle>
            <a:lvl1pPr algn="l">
              <a:defRPr sz="173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3632" y="178314"/>
            <a:ext cx="3865761" cy="3822346"/>
          </a:xfrm>
        </p:spPr>
        <p:txBody>
          <a:bodyPr/>
          <a:lstStyle>
            <a:lvl1pPr>
              <a:defRPr sz="2774"/>
            </a:lvl1pPr>
            <a:lvl2pPr>
              <a:defRPr sz="2427"/>
            </a:lvl2pPr>
            <a:lvl3pPr>
              <a:defRPr sz="2081"/>
            </a:lvl3pPr>
            <a:lvl4pPr>
              <a:defRPr sz="1734"/>
            </a:lvl4pPr>
            <a:lvl5pPr>
              <a:defRPr sz="1734"/>
            </a:lvl5pPr>
            <a:lvl6pPr>
              <a:defRPr sz="1734"/>
            </a:lvl6pPr>
            <a:lvl7pPr>
              <a:defRPr sz="1734"/>
            </a:lvl7pPr>
            <a:lvl8pPr>
              <a:defRPr sz="1734"/>
            </a:lvl8pPr>
            <a:lvl9pPr>
              <a:defRPr sz="173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5759" y="937185"/>
            <a:ext cx="2275037" cy="3063475"/>
          </a:xfrm>
        </p:spPr>
        <p:txBody>
          <a:bodyPr/>
          <a:lstStyle>
            <a:lvl1pPr marL="0" indent="0">
              <a:buNone/>
              <a:defRPr sz="1214"/>
            </a:lvl1pPr>
            <a:lvl2pPr marL="396347" indent="0">
              <a:buNone/>
              <a:defRPr sz="1040"/>
            </a:lvl2pPr>
            <a:lvl3pPr marL="792693" indent="0">
              <a:buNone/>
              <a:defRPr sz="867"/>
            </a:lvl3pPr>
            <a:lvl4pPr marL="1189040" indent="0">
              <a:buNone/>
              <a:defRPr sz="780"/>
            </a:lvl4pPr>
            <a:lvl5pPr marL="1585387" indent="0">
              <a:buNone/>
              <a:defRPr sz="780"/>
            </a:lvl5pPr>
            <a:lvl6pPr marL="1981733" indent="0">
              <a:buNone/>
              <a:defRPr sz="780"/>
            </a:lvl6pPr>
            <a:lvl7pPr marL="2378080" indent="0">
              <a:buNone/>
              <a:defRPr sz="780"/>
            </a:lvl7pPr>
            <a:lvl8pPr marL="2774427" indent="0">
              <a:buNone/>
              <a:defRPr sz="780"/>
            </a:lvl8pPr>
            <a:lvl9pPr marL="3170773" indent="0">
              <a:buNone/>
              <a:defRPr sz="7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7158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5418" y="3135008"/>
            <a:ext cx="4149090" cy="370105"/>
          </a:xfrm>
        </p:spPr>
        <p:txBody>
          <a:bodyPr anchor="b"/>
          <a:lstStyle>
            <a:lvl1pPr algn="l">
              <a:defRPr sz="173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55418" y="400170"/>
            <a:ext cx="4149090" cy="2687149"/>
          </a:xfrm>
        </p:spPr>
        <p:txBody>
          <a:bodyPr/>
          <a:lstStyle>
            <a:lvl1pPr marL="0" indent="0">
              <a:buNone/>
              <a:defRPr sz="2774"/>
            </a:lvl1pPr>
            <a:lvl2pPr marL="396347" indent="0">
              <a:buNone/>
              <a:defRPr sz="2427"/>
            </a:lvl2pPr>
            <a:lvl3pPr marL="792693" indent="0">
              <a:buNone/>
              <a:defRPr sz="2081"/>
            </a:lvl3pPr>
            <a:lvl4pPr marL="1189040" indent="0">
              <a:buNone/>
              <a:defRPr sz="1734"/>
            </a:lvl4pPr>
            <a:lvl5pPr marL="1585387" indent="0">
              <a:buNone/>
              <a:defRPr sz="1734"/>
            </a:lvl5pPr>
            <a:lvl6pPr marL="1981733" indent="0">
              <a:buNone/>
              <a:defRPr sz="1734"/>
            </a:lvl6pPr>
            <a:lvl7pPr marL="2378080" indent="0">
              <a:buNone/>
              <a:defRPr sz="1734"/>
            </a:lvl7pPr>
            <a:lvl8pPr marL="2774427" indent="0">
              <a:buNone/>
              <a:defRPr sz="1734"/>
            </a:lvl8pPr>
            <a:lvl9pPr marL="3170773" indent="0">
              <a:buNone/>
              <a:defRPr sz="173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55418" y="3505113"/>
            <a:ext cx="4149090" cy="525611"/>
          </a:xfrm>
        </p:spPr>
        <p:txBody>
          <a:bodyPr/>
          <a:lstStyle>
            <a:lvl1pPr marL="0" indent="0">
              <a:buNone/>
              <a:defRPr sz="1214"/>
            </a:lvl1pPr>
            <a:lvl2pPr marL="396347" indent="0">
              <a:buNone/>
              <a:defRPr sz="1040"/>
            </a:lvl2pPr>
            <a:lvl3pPr marL="792693" indent="0">
              <a:buNone/>
              <a:defRPr sz="867"/>
            </a:lvl3pPr>
            <a:lvl4pPr marL="1189040" indent="0">
              <a:buNone/>
              <a:defRPr sz="780"/>
            </a:lvl4pPr>
            <a:lvl5pPr marL="1585387" indent="0">
              <a:buNone/>
              <a:defRPr sz="780"/>
            </a:lvl5pPr>
            <a:lvl6pPr marL="1981733" indent="0">
              <a:buNone/>
              <a:defRPr sz="780"/>
            </a:lvl6pPr>
            <a:lvl7pPr marL="2378080" indent="0">
              <a:buNone/>
              <a:defRPr sz="780"/>
            </a:lvl7pPr>
            <a:lvl8pPr marL="2774427" indent="0">
              <a:buNone/>
              <a:defRPr sz="780"/>
            </a:lvl8pPr>
            <a:lvl9pPr marL="3170773" indent="0">
              <a:buNone/>
              <a:defRPr sz="7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1871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3983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13484" y="179351"/>
            <a:ext cx="1555909" cy="382130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757" y="179351"/>
            <a:ext cx="4552474" cy="382130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608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658" y="166540"/>
            <a:ext cx="5411857" cy="6931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658" y="970360"/>
            <a:ext cx="5411857" cy="2744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0659" y="3854484"/>
            <a:ext cx="1403074" cy="2214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54501" y="3854484"/>
            <a:ext cx="1904172" cy="2214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09441" y="3854484"/>
            <a:ext cx="1403074" cy="2214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758" y="179351"/>
            <a:ext cx="6223635" cy="7464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758" y="1045003"/>
            <a:ext cx="6223635" cy="2955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5758" y="4150983"/>
            <a:ext cx="1613535" cy="238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62676" y="4150983"/>
            <a:ext cx="2189798" cy="238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55858" y="4150983"/>
            <a:ext cx="1613535" cy="238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58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396347" rtl="0" eaLnBrk="1" latinLnBrk="0" hangingPunct="1">
        <a:spcBef>
          <a:spcPct val="0"/>
        </a:spcBef>
        <a:buNone/>
        <a:defRPr sz="38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260" indent="-297260" algn="l" defTabSz="396347" rtl="0" eaLnBrk="1" latinLnBrk="0" hangingPunct="1">
        <a:spcBef>
          <a:spcPct val="20000"/>
        </a:spcBef>
        <a:buFont typeface="Arial"/>
        <a:buChar char="•"/>
        <a:defRPr sz="2774" kern="1200">
          <a:solidFill>
            <a:schemeClr val="tx1"/>
          </a:solidFill>
          <a:latin typeface="+mn-lt"/>
          <a:ea typeface="+mn-ea"/>
          <a:cs typeface="+mn-cs"/>
        </a:defRPr>
      </a:lvl1pPr>
      <a:lvl2pPr marL="644063" indent="-247717" algn="l" defTabSz="396347" rtl="0" eaLnBrk="1" latinLnBrk="0" hangingPunct="1">
        <a:spcBef>
          <a:spcPct val="20000"/>
        </a:spcBef>
        <a:buFont typeface="Arial"/>
        <a:buChar char="–"/>
        <a:defRPr sz="2427" kern="1200">
          <a:solidFill>
            <a:schemeClr val="tx1"/>
          </a:solidFill>
          <a:latin typeface="+mn-lt"/>
          <a:ea typeface="+mn-ea"/>
          <a:cs typeface="+mn-cs"/>
        </a:defRPr>
      </a:lvl2pPr>
      <a:lvl3pPr marL="990867" indent="-198173" algn="l" defTabSz="396347" rtl="0" eaLnBrk="1" latinLnBrk="0" hangingPunct="1">
        <a:spcBef>
          <a:spcPct val="20000"/>
        </a:spcBef>
        <a:buFont typeface="Arial"/>
        <a:buChar char="•"/>
        <a:defRPr sz="2081" kern="1200">
          <a:solidFill>
            <a:schemeClr val="tx1"/>
          </a:solidFill>
          <a:latin typeface="+mn-lt"/>
          <a:ea typeface="+mn-ea"/>
          <a:cs typeface="+mn-cs"/>
        </a:defRPr>
      </a:lvl3pPr>
      <a:lvl4pPr marL="1387213" indent="-198173" algn="l" defTabSz="396347" rtl="0" eaLnBrk="1" latinLnBrk="0" hangingPunct="1">
        <a:spcBef>
          <a:spcPct val="20000"/>
        </a:spcBef>
        <a:buFont typeface="Arial"/>
        <a:buChar char="–"/>
        <a:defRPr sz="1734" kern="1200">
          <a:solidFill>
            <a:schemeClr val="tx1"/>
          </a:solidFill>
          <a:latin typeface="+mn-lt"/>
          <a:ea typeface="+mn-ea"/>
          <a:cs typeface="+mn-cs"/>
        </a:defRPr>
      </a:lvl4pPr>
      <a:lvl5pPr marL="1783560" indent="-198173" algn="l" defTabSz="396347" rtl="0" eaLnBrk="1" latinLnBrk="0" hangingPunct="1">
        <a:spcBef>
          <a:spcPct val="20000"/>
        </a:spcBef>
        <a:buFont typeface="Arial"/>
        <a:buChar char="»"/>
        <a:defRPr sz="1734" kern="1200">
          <a:solidFill>
            <a:schemeClr val="tx1"/>
          </a:solidFill>
          <a:latin typeface="+mn-lt"/>
          <a:ea typeface="+mn-ea"/>
          <a:cs typeface="+mn-cs"/>
        </a:defRPr>
      </a:lvl5pPr>
      <a:lvl6pPr marL="2179907" indent="-198173" algn="l" defTabSz="396347" rtl="0" eaLnBrk="1" latinLnBrk="0" hangingPunct="1">
        <a:spcBef>
          <a:spcPct val="20000"/>
        </a:spcBef>
        <a:buFont typeface="Arial"/>
        <a:buChar char="•"/>
        <a:defRPr sz="1734" kern="1200">
          <a:solidFill>
            <a:schemeClr val="tx1"/>
          </a:solidFill>
          <a:latin typeface="+mn-lt"/>
          <a:ea typeface="+mn-ea"/>
          <a:cs typeface="+mn-cs"/>
        </a:defRPr>
      </a:lvl6pPr>
      <a:lvl7pPr marL="2576253" indent="-198173" algn="l" defTabSz="396347" rtl="0" eaLnBrk="1" latinLnBrk="0" hangingPunct="1">
        <a:spcBef>
          <a:spcPct val="20000"/>
        </a:spcBef>
        <a:buFont typeface="Arial"/>
        <a:buChar char="•"/>
        <a:defRPr sz="1734" kern="1200">
          <a:solidFill>
            <a:schemeClr val="tx1"/>
          </a:solidFill>
          <a:latin typeface="+mn-lt"/>
          <a:ea typeface="+mn-ea"/>
          <a:cs typeface="+mn-cs"/>
        </a:defRPr>
      </a:lvl7pPr>
      <a:lvl8pPr marL="2972600" indent="-198173" algn="l" defTabSz="396347" rtl="0" eaLnBrk="1" latinLnBrk="0" hangingPunct="1">
        <a:spcBef>
          <a:spcPct val="20000"/>
        </a:spcBef>
        <a:buFont typeface="Arial"/>
        <a:buChar char="•"/>
        <a:defRPr sz="1734" kern="1200">
          <a:solidFill>
            <a:schemeClr val="tx1"/>
          </a:solidFill>
          <a:latin typeface="+mn-lt"/>
          <a:ea typeface="+mn-ea"/>
          <a:cs typeface="+mn-cs"/>
        </a:defRPr>
      </a:lvl8pPr>
      <a:lvl9pPr marL="3368947" indent="-198173" algn="l" defTabSz="396347" rtl="0" eaLnBrk="1" latinLnBrk="0" hangingPunct="1">
        <a:spcBef>
          <a:spcPct val="20000"/>
        </a:spcBef>
        <a:buFont typeface="Arial"/>
        <a:buChar char="•"/>
        <a:defRPr sz="17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96347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1pPr>
      <a:lvl2pPr marL="396347" algn="l" defTabSz="396347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2pPr>
      <a:lvl3pPr marL="792693" algn="l" defTabSz="396347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3pPr>
      <a:lvl4pPr marL="1189040" algn="l" defTabSz="396347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585387" algn="l" defTabSz="396347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1981733" algn="l" defTabSz="396347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378080" algn="l" defTabSz="396347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774427" algn="l" defTabSz="396347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170773" algn="l" defTabSz="396347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F8B27F4-BCA5-8447-97BE-614F54D71B31}"/>
              </a:ext>
            </a:extLst>
          </p:cNvPr>
          <p:cNvCxnSpPr>
            <a:cxnSpLocks/>
            <a:stCxn id="7" idx="0"/>
            <a:endCxn id="11" idx="2"/>
          </p:cNvCxnSpPr>
          <p:nvPr/>
        </p:nvCxnSpPr>
        <p:spPr>
          <a:xfrm flipH="1" flipV="1">
            <a:off x="1384499" y="2329668"/>
            <a:ext cx="598837" cy="3464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B93D6041-C4B6-ADBE-D782-170332E43FD8}"/>
              </a:ext>
            </a:extLst>
          </p:cNvPr>
          <p:cNvCxnSpPr>
            <a:cxnSpLocks/>
            <a:stCxn id="11" idx="3"/>
            <a:endCxn id="61" idx="2"/>
          </p:cNvCxnSpPr>
          <p:nvPr/>
        </p:nvCxnSpPr>
        <p:spPr>
          <a:xfrm flipV="1">
            <a:off x="1952880" y="1672875"/>
            <a:ext cx="558777" cy="24691"/>
          </a:xfrm>
          <a:prstGeom prst="straightConnector1">
            <a:avLst/>
          </a:prstGeom>
          <a:ln w="25400">
            <a:gradFill>
              <a:gsLst>
                <a:gs pos="0">
                  <a:schemeClr val="accent5">
                    <a:lumMod val="75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流程图: 接点 93">
                <a:extLst>
                  <a:ext uri="{FF2B5EF4-FFF2-40B4-BE49-F238E27FC236}">
                    <a16:creationId xmlns:a16="http://schemas.microsoft.com/office/drawing/2014/main" id="{8E4888A9-2750-DF6F-F83F-2D326533DDCF}"/>
                  </a:ext>
                </a:extLst>
              </p:cNvPr>
              <p:cNvSpPr/>
              <p:nvPr/>
            </p:nvSpPr>
            <p:spPr>
              <a:xfrm>
                <a:off x="3127374" y="1472796"/>
                <a:ext cx="462007" cy="479773"/>
              </a:xfrm>
              <a:prstGeom prst="flowChartConnecto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>
                <a:softEdge rad="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96347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3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altLang="zh-CN" sz="133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33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sz="133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2067" dirty="0">
                  <a:solidFill>
                    <a:prstClr val="black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94" name="流程图: 接点 93">
                <a:extLst>
                  <a:ext uri="{FF2B5EF4-FFF2-40B4-BE49-F238E27FC236}">
                    <a16:creationId xmlns:a16="http://schemas.microsoft.com/office/drawing/2014/main" id="{8E4888A9-2750-DF6F-F83F-2D326533DD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7374" y="1472796"/>
                <a:ext cx="462007" cy="479773"/>
              </a:xfrm>
              <a:prstGeom prst="flowChartConnector">
                <a:avLst/>
              </a:prstGeom>
              <a:blipFill>
                <a:blip r:embed="rId2"/>
                <a:stretch>
                  <a:fillRect b="-3846"/>
                </a:stretch>
              </a:blipFill>
              <a:ln>
                <a:noFill/>
              </a:ln>
              <a:effectLst>
                <a:softEdge rad="0"/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546FA478-833D-D480-8387-40F02C7665F2}"/>
              </a:ext>
            </a:extLst>
          </p:cNvPr>
          <p:cNvGrpSpPr/>
          <p:nvPr/>
        </p:nvGrpSpPr>
        <p:grpSpPr>
          <a:xfrm>
            <a:off x="3873284" y="1314277"/>
            <a:ext cx="1073544" cy="953679"/>
            <a:chOff x="6813979" y="2119362"/>
            <a:chExt cx="3266509" cy="2908570"/>
          </a:xfrm>
        </p:grpSpPr>
        <p:sp>
          <p:nvSpPr>
            <p:cNvPr id="105" name="矩形: 圆角 104">
              <a:extLst>
                <a:ext uri="{FF2B5EF4-FFF2-40B4-BE49-F238E27FC236}">
                  <a16:creationId xmlns:a16="http://schemas.microsoft.com/office/drawing/2014/main" id="{576507C4-D6CE-658C-6D77-50BD05C25EEE}"/>
                </a:ext>
              </a:extLst>
            </p:cNvPr>
            <p:cNvSpPr/>
            <p:nvPr/>
          </p:nvSpPr>
          <p:spPr>
            <a:xfrm>
              <a:off x="6813979" y="2119362"/>
              <a:ext cx="3266509" cy="290857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96347">
                <a:lnSpc>
                  <a:spcPts val="369"/>
                </a:lnSpc>
              </a:pPr>
              <a:endParaRPr lang="en-US" altLang="zh-CN" sz="2954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endParaRPr>
            </a:p>
            <a:p>
              <a:pPr algn="ctr" defTabSz="396347">
                <a:lnSpc>
                  <a:spcPts val="369"/>
                </a:lnSpc>
              </a:pPr>
              <a:endParaRPr lang="en-US" altLang="zh-CN" sz="2954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endParaRPr>
            </a:p>
            <a:p>
              <a:pPr algn="ctr" defTabSz="396347">
                <a:lnSpc>
                  <a:spcPts val="369"/>
                </a:lnSpc>
              </a:pPr>
              <a:endParaRPr lang="en-US" altLang="zh-CN" sz="2954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endParaRPr>
            </a:p>
            <a:p>
              <a:pPr algn="ctr" defTabSz="396347">
                <a:lnSpc>
                  <a:spcPts val="369"/>
                </a:lnSpc>
              </a:pPr>
              <a:endParaRPr lang="en-US" altLang="zh-CN" sz="2954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endParaRPr>
            </a:p>
            <a:p>
              <a:pPr algn="ctr" defTabSz="396347">
                <a:lnSpc>
                  <a:spcPts val="369"/>
                </a:lnSpc>
              </a:pPr>
              <a:endParaRPr lang="en-US" altLang="zh-CN" sz="2954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endParaRPr>
            </a:p>
            <a:p>
              <a:pPr algn="ctr" defTabSz="396347">
                <a:lnSpc>
                  <a:spcPts val="369"/>
                </a:lnSpc>
              </a:pPr>
              <a:endParaRPr lang="en-US" altLang="zh-CN" sz="2954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endParaRPr>
            </a:p>
            <a:p>
              <a:pPr algn="ctr" defTabSz="396347">
                <a:lnSpc>
                  <a:spcPts val="369"/>
                </a:lnSpc>
              </a:pPr>
              <a:endParaRPr lang="en-US" altLang="zh-CN" sz="2954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endParaRPr>
            </a:p>
            <a:p>
              <a:pPr algn="ctr" defTabSz="396347">
                <a:lnSpc>
                  <a:spcPts val="369"/>
                </a:lnSpc>
              </a:pPr>
              <a:endParaRPr lang="en-US" altLang="zh-CN" sz="2954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endParaRPr>
            </a:p>
            <a:p>
              <a:pPr algn="ctr" defTabSz="396347">
                <a:lnSpc>
                  <a:spcPts val="369"/>
                </a:lnSpc>
              </a:pPr>
              <a:endParaRPr lang="en-US" altLang="zh-CN" sz="2954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endParaRPr>
            </a:p>
            <a:p>
              <a:pPr algn="ctr" defTabSz="396347">
                <a:lnSpc>
                  <a:spcPts val="369"/>
                </a:lnSpc>
              </a:pPr>
              <a:endParaRPr lang="en-US" altLang="zh-CN" sz="2954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endParaRPr>
            </a:p>
            <a:p>
              <a:pPr algn="ctr" defTabSz="396347">
                <a:lnSpc>
                  <a:spcPts val="369"/>
                </a:lnSpc>
              </a:pPr>
              <a:endParaRPr lang="en-US" altLang="zh-CN" sz="2954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矩形: 圆角 110">
                  <a:extLst>
                    <a:ext uri="{FF2B5EF4-FFF2-40B4-BE49-F238E27FC236}">
                      <a16:creationId xmlns:a16="http://schemas.microsoft.com/office/drawing/2014/main" id="{1A0BE632-88A1-DF85-9416-685B369E1C60}"/>
                    </a:ext>
                  </a:extLst>
                </p:cNvPr>
                <p:cNvSpPr/>
                <p:nvPr/>
              </p:nvSpPr>
              <p:spPr>
                <a:xfrm>
                  <a:off x="7139169" y="2889825"/>
                  <a:ext cx="2814998" cy="1277037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396347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330" i="1">
                            <a:solidFill>
                              <a:srgbClr val="1F497D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𝑝h𝑦𝑠𝑖𝑐</m:t>
                        </m:r>
                        <m:r>
                          <a:rPr lang="en-US" altLang="zh-CN" sz="1330" i="1">
                            <a:solidFill>
                              <a:srgbClr val="1F497D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330" i="1">
                            <a:solidFill>
                              <a:srgbClr val="1F497D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𝑙𝑜𝑠𝑠</m:t>
                        </m:r>
                      </m:oMath>
                    </m:oMathPara>
                  </a14:m>
                  <a:endParaRPr lang="zh-CN" altLang="en-US" sz="1330" dirty="0">
                    <a:solidFill>
                      <a:srgbClr val="1F497D">
                        <a:lumMod val="75000"/>
                      </a:srgbClr>
                    </a:solidFill>
                    <a:latin typeface="Calibri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111" name="矩形: 圆角 110">
                  <a:extLst>
                    <a:ext uri="{FF2B5EF4-FFF2-40B4-BE49-F238E27FC236}">
                      <a16:creationId xmlns:a16="http://schemas.microsoft.com/office/drawing/2014/main" id="{1A0BE632-88A1-DF85-9416-685B369E1C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9169" y="2889825"/>
                  <a:ext cx="2814998" cy="1277037"/>
                </a:xfrm>
                <a:prstGeom prst="roundRect">
                  <a:avLst/>
                </a:prstGeom>
                <a:blipFill>
                  <a:blip r:embed="rId3"/>
                  <a:stretch>
                    <a:fillRect l="-5921" r="-65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373A0DBB-D38A-1087-03A8-BA609BD9C7FA}"/>
              </a:ext>
            </a:extLst>
          </p:cNvPr>
          <p:cNvCxnSpPr>
            <a:cxnSpLocks/>
            <a:stCxn id="94" idx="6"/>
            <a:endCxn id="105" idx="1"/>
          </p:cNvCxnSpPr>
          <p:nvPr/>
        </p:nvCxnSpPr>
        <p:spPr>
          <a:xfrm>
            <a:off x="3589379" y="1712682"/>
            <a:ext cx="283904" cy="78434"/>
          </a:xfrm>
          <a:prstGeom prst="straightConnector1">
            <a:avLst/>
          </a:prstGeom>
          <a:ln w="25400">
            <a:gradFill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9" name="流程图: 接点 138">
                <a:extLst>
                  <a:ext uri="{FF2B5EF4-FFF2-40B4-BE49-F238E27FC236}">
                    <a16:creationId xmlns:a16="http://schemas.microsoft.com/office/drawing/2014/main" id="{54D54F12-8ACB-616E-DEE1-F85576C28476}"/>
                  </a:ext>
                </a:extLst>
              </p:cNvPr>
              <p:cNvSpPr/>
              <p:nvPr/>
            </p:nvSpPr>
            <p:spPr>
              <a:xfrm>
                <a:off x="5350613" y="1484981"/>
                <a:ext cx="541211" cy="569028"/>
              </a:xfrm>
              <a:prstGeom prst="flowChartConnector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ffectLst>
                <a:softEdge rad="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96347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75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475" b="1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</m:oMath>
                  </m:oMathPara>
                </a14:m>
                <a:endParaRPr lang="zh-CN" altLang="en-US" sz="2067" b="1" dirty="0">
                  <a:solidFill>
                    <a:prstClr val="black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39" name="流程图: 接点 138">
                <a:extLst>
                  <a:ext uri="{FF2B5EF4-FFF2-40B4-BE49-F238E27FC236}">
                    <a16:creationId xmlns:a16="http://schemas.microsoft.com/office/drawing/2014/main" id="{54D54F12-8ACB-616E-DEE1-F85576C284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613" y="1484981"/>
                <a:ext cx="541211" cy="569028"/>
              </a:xfrm>
              <a:prstGeom prst="flowChartConnector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softEdge rad="0"/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83D466A8-0AB8-F433-2FC8-529C0B646F96}"/>
              </a:ext>
            </a:extLst>
          </p:cNvPr>
          <p:cNvCxnSpPr>
            <a:cxnSpLocks/>
            <a:stCxn id="111" idx="3"/>
            <a:endCxn id="139" idx="2"/>
          </p:cNvCxnSpPr>
          <p:nvPr/>
        </p:nvCxnSpPr>
        <p:spPr>
          <a:xfrm flipV="1">
            <a:off x="4905312" y="1769495"/>
            <a:ext cx="445300" cy="6766"/>
          </a:xfrm>
          <a:prstGeom prst="straightConnector1">
            <a:avLst/>
          </a:prstGeom>
          <a:ln w="25400"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直接箭头连接符 321">
            <a:extLst>
              <a:ext uri="{FF2B5EF4-FFF2-40B4-BE49-F238E27FC236}">
                <a16:creationId xmlns:a16="http://schemas.microsoft.com/office/drawing/2014/main" id="{F07736C9-57B1-409E-BB2B-8C1F024DD96D}"/>
              </a:ext>
            </a:extLst>
          </p:cNvPr>
          <p:cNvCxnSpPr>
            <a:cxnSpLocks/>
            <a:stCxn id="11" idx="3"/>
            <a:endCxn id="411" idx="2"/>
          </p:cNvCxnSpPr>
          <p:nvPr/>
        </p:nvCxnSpPr>
        <p:spPr>
          <a:xfrm>
            <a:off x="1952879" y="1697567"/>
            <a:ext cx="556796" cy="683175"/>
          </a:xfrm>
          <a:prstGeom prst="straightConnector1">
            <a:avLst/>
          </a:prstGeom>
          <a:ln w="25400">
            <a:gradFill>
              <a:gsLst>
                <a:gs pos="0">
                  <a:schemeClr val="accent5">
                    <a:lumMod val="75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70653417-B16F-3B31-FCE5-B8A52AF40662}"/>
              </a:ext>
            </a:extLst>
          </p:cNvPr>
          <p:cNvCxnSpPr>
            <a:cxnSpLocks/>
            <a:stCxn id="11" idx="3"/>
            <a:endCxn id="311" idx="2"/>
          </p:cNvCxnSpPr>
          <p:nvPr/>
        </p:nvCxnSpPr>
        <p:spPr>
          <a:xfrm>
            <a:off x="1952879" y="1697566"/>
            <a:ext cx="556796" cy="322643"/>
          </a:xfrm>
          <a:prstGeom prst="straightConnector1">
            <a:avLst/>
          </a:prstGeom>
          <a:ln w="25400">
            <a:gradFill>
              <a:gsLst>
                <a:gs pos="0">
                  <a:schemeClr val="accent5">
                    <a:lumMod val="75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连接符: 肘形 314">
            <a:extLst>
              <a:ext uri="{FF2B5EF4-FFF2-40B4-BE49-F238E27FC236}">
                <a16:creationId xmlns:a16="http://schemas.microsoft.com/office/drawing/2014/main" id="{4C2A00CC-5CE1-403C-8851-A6D96E26DCE0}"/>
              </a:ext>
            </a:extLst>
          </p:cNvPr>
          <p:cNvCxnSpPr>
            <a:cxnSpLocks/>
            <a:stCxn id="410" idx="5"/>
            <a:endCxn id="139" idx="4"/>
          </p:cNvCxnSpPr>
          <p:nvPr/>
        </p:nvCxnSpPr>
        <p:spPr>
          <a:xfrm flipV="1">
            <a:off x="4185016" y="2054009"/>
            <a:ext cx="1436202" cy="486696"/>
          </a:xfrm>
          <a:prstGeom prst="bentConnector2">
            <a:avLst/>
          </a:prstGeom>
          <a:ln w="25400"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4" name="组合 363">
            <a:extLst>
              <a:ext uri="{FF2B5EF4-FFF2-40B4-BE49-F238E27FC236}">
                <a16:creationId xmlns:a16="http://schemas.microsoft.com/office/drawing/2014/main" id="{97DCDCCC-699C-4DED-A1CE-65189957791E}"/>
              </a:ext>
            </a:extLst>
          </p:cNvPr>
          <p:cNvGrpSpPr/>
          <p:nvPr/>
        </p:nvGrpSpPr>
        <p:grpSpPr>
          <a:xfrm>
            <a:off x="838914" y="2604092"/>
            <a:ext cx="3195100" cy="460886"/>
            <a:chOff x="1136561" y="4765679"/>
            <a:chExt cx="2765382" cy="655907"/>
          </a:xfrm>
        </p:grpSpPr>
        <p:sp>
          <p:nvSpPr>
            <p:cNvPr id="334" name="矩形: 圆角 333">
              <a:extLst>
                <a:ext uri="{FF2B5EF4-FFF2-40B4-BE49-F238E27FC236}">
                  <a16:creationId xmlns:a16="http://schemas.microsoft.com/office/drawing/2014/main" id="{7F775343-C78B-4EA9-A406-85413B619E0B}"/>
                </a:ext>
              </a:extLst>
            </p:cNvPr>
            <p:cNvSpPr/>
            <p:nvPr/>
          </p:nvSpPr>
          <p:spPr>
            <a:xfrm>
              <a:off x="1136561" y="4809177"/>
              <a:ext cx="2765382" cy="612409"/>
            </a:xfrm>
            <a:prstGeom prst="roundRect">
              <a:avLst/>
            </a:prstGeom>
            <a:solidFill>
              <a:schemeClr val="accent1">
                <a:alpha val="10000"/>
              </a:schemeClr>
            </a:solidFill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396347"/>
              <a:r>
                <a:rPr lang="en-US" altLang="zh-CN" sz="2081" b="1" i="1" dirty="0">
                  <a:solidFill>
                    <a:prstClr val="black"/>
                  </a:solidFill>
                  <a:latin typeface="Calibri"/>
                  <a:ea typeface="宋体" panose="02010600030101010101" pitchFamily="2" charset="-122"/>
                </a:rPr>
                <a:t>Input  </a:t>
              </a:r>
              <a:r>
                <a:rPr lang="en-US" altLang="zh-CN" sz="1387" b="1" i="1" dirty="0">
                  <a:solidFill>
                    <a:srgbClr val="0070C0"/>
                  </a:solidFill>
                  <a:latin typeface="Calibri"/>
                  <a:ea typeface="宋体" panose="02010600030101010101" pitchFamily="2" charset="-122"/>
                </a:rPr>
                <a:t>             </a:t>
              </a:r>
              <a:r>
                <a:rPr lang="en-US" altLang="zh-CN" sz="954" b="1" i="1" dirty="0">
                  <a:solidFill>
                    <a:srgbClr val="0070C0"/>
                  </a:solidFill>
                  <a:latin typeface="Calibri"/>
                  <a:ea typeface="宋体" panose="02010600030101010101" pitchFamily="2" charset="-122"/>
                </a:rPr>
                <a:t>   </a:t>
              </a:r>
              <a:r>
                <a:rPr lang="en-US" altLang="zh-CN" sz="1387" b="1" i="1" dirty="0">
                  <a:solidFill>
                    <a:srgbClr val="0070C0"/>
                  </a:solidFill>
                  <a:latin typeface="Calibri"/>
                  <a:ea typeface="宋体" panose="02010600030101010101" pitchFamily="2" charset="-122"/>
                </a:rPr>
                <a:t>                  </a:t>
              </a:r>
              <a:endParaRPr lang="zh-CN" altLang="en-US" sz="1387" b="1" i="1" dirty="0">
                <a:solidFill>
                  <a:srgbClr val="0070C0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pic>
          <p:nvPicPr>
            <p:cNvPr id="333" name="图形 332" descr="心跳 纯色填充">
              <a:extLst>
                <a:ext uri="{FF2B5EF4-FFF2-40B4-BE49-F238E27FC236}">
                  <a16:creationId xmlns:a16="http://schemas.microsoft.com/office/drawing/2014/main" id="{C12CE80B-5E4E-4717-95BD-EEA1CEF22C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458461" y="4765679"/>
              <a:ext cx="494465" cy="591300"/>
            </a:xfrm>
            <a:prstGeom prst="rect">
              <a:avLst/>
            </a:prstGeom>
          </p:spPr>
        </p:pic>
      </p:grpSp>
      <p:grpSp>
        <p:nvGrpSpPr>
          <p:cNvPr id="409" name="组合 408">
            <a:extLst>
              <a:ext uri="{FF2B5EF4-FFF2-40B4-BE49-F238E27FC236}">
                <a16:creationId xmlns:a16="http://schemas.microsoft.com/office/drawing/2014/main" id="{EE427A50-175D-4892-8BC2-9C5D88B2B5FB}"/>
              </a:ext>
            </a:extLst>
          </p:cNvPr>
          <p:cNvGrpSpPr/>
          <p:nvPr/>
        </p:nvGrpSpPr>
        <p:grpSpPr>
          <a:xfrm>
            <a:off x="816117" y="1065464"/>
            <a:ext cx="1136762" cy="1264205"/>
            <a:chOff x="1231612" y="2298151"/>
            <a:chExt cx="1517249" cy="1810509"/>
          </a:xfrm>
        </p:grpSpPr>
        <p:grpSp>
          <p:nvGrpSpPr>
            <p:cNvPr id="189" name="组合 188">
              <a:extLst>
                <a:ext uri="{FF2B5EF4-FFF2-40B4-BE49-F238E27FC236}">
                  <a16:creationId xmlns:a16="http://schemas.microsoft.com/office/drawing/2014/main" id="{C59A830F-8139-F755-C7C3-A3F2EA660674}"/>
                </a:ext>
              </a:extLst>
            </p:cNvPr>
            <p:cNvGrpSpPr/>
            <p:nvPr/>
          </p:nvGrpSpPr>
          <p:grpSpPr>
            <a:xfrm>
              <a:off x="1231612" y="2298151"/>
              <a:ext cx="1517249" cy="1810509"/>
              <a:chOff x="2368965" y="1780739"/>
              <a:chExt cx="1781667" cy="2126036"/>
            </a:xfrm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11A06477-441C-CC6B-9C92-265E98C9F3F1}"/>
                  </a:ext>
                </a:extLst>
              </p:cNvPr>
              <p:cNvGrpSpPr/>
              <p:nvPr/>
            </p:nvGrpSpPr>
            <p:grpSpPr>
              <a:xfrm>
                <a:off x="2368965" y="1780739"/>
                <a:ext cx="1781667" cy="2126036"/>
                <a:chOff x="2347273" y="1833120"/>
                <a:chExt cx="1781667" cy="2126036"/>
              </a:xfrm>
            </p:grpSpPr>
            <p:sp>
              <p:nvSpPr>
                <p:cNvPr id="11" name="矩形: 圆角 10">
                  <a:extLst>
                    <a:ext uri="{FF2B5EF4-FFF2-40B4-BE49-F238E27FC236}">
                      <a16:creationId xmlns:a16="http://schemas.microsoft.com/office/drawing/2014/main" id="{42075A1C-9476-25CB-07DC-C22F3A6C97CD}"/>
                    </a:ext>
                  </a:extLst>
                </p:cNvPr>
                <p:cNvSpPr/>
                <p:nvPr/>
              </p:nvSpPr>
              <p:spPr>
                <a:xfrm>
                  <a:off x="2347273" y="1833120"/>
                  <a:ext cx="1781667" cy="2126036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chemeClr val="accent1">
                        <a:lumMod val="40000"/>
                        <a:lumOff val="60000"/>
                      </a:schemeClr>
                    </a:gs>
                  </a:gsLst>
                  <a:lin ang="10800000" scaled="1"/>
                  <a:tileRect/>
                </a:gradFill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396347"/>
                  <a:endParaRPr lang="zh-CN" altLang="en-US" sz="1330">
                    <a:solidFill>
                      <a:prstClr val="white"/>
                    </a:solidFill>
                    <a:latin typeface="Calibri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" name="流程图: 接点 12">
                  <a:extLst>
                    <a:ext uri="{FF2B5EF4-FFF2-40B4-BE49-F238E27FC236}">
                      <a16:creationId xmlns:a16="http://schemas.microsoft.com/office/drawing/2014/main" id="{C9B5AC93-9225-D878-B7B8-7CF2C497B374}"/>
                    </a:ext>
                  </a:extLst>
                </p:cNvPr>
                <p:cNvSpPr/>
                <p:nvPr/>
              </p:nvSpPr>
              <p:spPr>
                <a:xfrm>
                  <a:off x="2502581" y="3064213"/>
                  <a:ext cx="340469" cy="325609"/>
                </a:xfrm>
                <a:prstGeom prst="flowChartConnector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  <a:effectLst>
                  <a:softEdge rad="0"/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396347"/>
                  <a:endParaRPr lang="zh-CN" altLang="en-US" sz="1330" dirty="0">
                    <a:solidFill>
                      <a:prstClr val="white"/>
                    </a:solidFill>
                    <a:latin typeface="Calibri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" name="流程图: 接点 13">
                  <a:extLst>
                    <a:ext uri="{FF2B5EF4-FFF2-40B4-BE49-F238E27FC236}">
                      <a16:creationId xmlns:a16="http://schemas.microsoft.com/office/drawing/2014/main" id="{0033E5C5-5743-0931-297F-5F7346DBB9B3}"/>
                    </a:ext>
                  </a:extLst>
                </p:cNvPr>
                <p:cNvSpPr/>
                <p:nvPr/>
              </p:nvSpPr>
              <p:spPr>
                <a:xfrm>
                  <a:off x="2509734" y="2599640"/>
                  <a:ext cx="340469" cy="325609"/>
                </a:xfrm>
                <a:prstGeom prst="flowChartConnector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  <a:effectLst>
                  <a:softEdge rad="0"/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396347"/>
                  <a:endParaRPr lang="zh-CN" altLang="en-US" sz="1330" dirty="0">
                    <a:solidFill>
                      <a:prstClr val="white"/>
                    </a:solidFill>
                    <a:latin typeface="Calibri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" name="流程图: 接点 14">
                  <a:extLst>
                    <a:ext uri="{FF2B5EF4-FFF2-40B4-BE49-F238E27FC236}">
                      <a16:creationId xmlns:a16="http://schemas.microsoft.com/office/drawing/2014/main" id="{EFD3F11E-7AA6-1361-E92B-BFB172290CFF}"/>
                    </a:ext>
                  </a:extLst>
                </p:cNvPr>
                <p:cNvSpPr/>
                <p:nvPr/>
              </p:nvSpPr>
              <p:spPr>
                <a:xfrm>
                  <a:off x="3055977" y="2246725"/>
                  <a:ext cx="340469" cy="325609"/>
                </a:xfrm>
                <a:prstGeom prst="flowChartConnector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  <a:effectLst>
                  <a:softEdge rad="0"/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396347"/>
                  <a:endParaRPr lang="zh-CN" altLang="en-US" sz="1330" dirty="0">
                    <a:solidFill>
                      <a:prstClr val="white"/>
                    </a:solidFill>
                    <a:latin typeface="Calibri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" name="流程图: 接点 15">
                  <a:extLst>
                    <a:ext uri="{FF2B5EF4-FFF2-40B4-BE49-F238E27FC236}">
                      <a16:creationId xmlns:a16="http://schemas.microsoft.com/office/drawing/2014/main" id="{3A343D60-A475-D721-0AA1-2CF623005FEE}"/>
                    </a:ext>
                  </a:extLst>
                </p:cNvPr>
                <p:cNvSpPr/>
                <p:nvPr/>
              </p:nvSpPr>
              <p:spPr>
                <a:xfrm>
                  <a:off x="3055976" y="2847254"/>
                  <a:ext cx="340469" cy="325609"/>
                </a:xfrm>
                <a:prstGeom prst="flowChartConnector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  <a:effectLst>
                  <a:softEdge rad="0"/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396347"/>
                  <a:endParaRPr lang="zh-CN" altLang="en-US" sz="1330" dirty="0">
                    <a:solidFill>
                      <a:prstClr val="white"/>
                    </a:solidFill>
                    <a:latin typeface="Calibri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" name="流程图: 接点 16">
                  <a:extLst>
                    <a:ext uri="{FF2B5EF4-FFF2-40B4-BE49-F238E27FC236}">
                      <a16:creationId xmlns:a16="http://schemas.microsoft.com/office/drawing/2014/main" id="{B7371291-B563-3852-E6ED-96E35BEC0C58}"/>
                    </a:ext>
                  </a:extLst>
                </p:cNvPr>
                <p:cNvSpPr/>
                <p:nvPr/>
              </p:nvSpPr>
              <p:spPr>
                <a:xfrm>
                  <a:off x="3067871" y="3447783"/>
                  <a:ext cx="340469" cy="325609"/>
                </a:xfrm>
                <a:prstGeom prst="flowChartConnector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  <a:effectLst>
                  <a:softEdge rad="0"/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396347"/>
                  <a:endParaRPr lang="zh-CN" altLang="en-US" sz="1330" dirty="0">
                    <a:solidFill>
                      <a:prstClr val="white"/>
                    </a:solidFill>
                    <a:latin typeface="Calibri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" name="流程图: 接点 17">
                  <a:extLst>
                    <a:ext uri="{FF2B5EF4-FFF2-40B4-BE49-F238E27FC236}">
                      <a16:creationId xmlns:a16="http://schemas.microsoft.com/office/drawing/2014/main" id="{06166984-F8A8-2778-789D-122CB56F1192}"/>
                    </a:ext>
                  </a:extLst>
                </p:cNvPr>
                <p:cNvSpPr/>
                <p:nvPr/>
              </p:nvSpPr>
              <p:spPr>
                <a:xfrm>
                  <a:off x="3642578" y="2599639"/>
                  <a:ext cx="340469" cy="325609"/>
                </a:xfrm>
                <a:prstGeom prst="flowChartConnector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  <a:effectLst>
                  <a:softEdge rad="0"/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396347"/>
                  <a:endParaRPr lang="zh-CN" altLang="en-US" sz="1330" dirty="0">
                    <a:solidFill>
                      <a:prstClr val="white"/>
                    </a:solidFill>
                    <a:latin typeface="Calibri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" name="流程图: 接点 18">
                  <a:extLst>
                    <a:ext uri="{FF2B5EF4-FFF2-40B4-BE49-F238E27FC236}">
                      <a16:creationId xmlns:a16="http://schemas.microsoft.com/office/drawing/2014/main" id="{FA33369D-CEDF-086D-E56C-69E404E69627}"/>
                    </a:ext>
                  </a:extLst>
                </p:cNvPr>
                <p:cNvSpPr/>
                <p:nvPr/>
              </p:nvSpPr>
              <p:spPr>
                <a:xfrm>
                  <a:off x="3647657" y="3047056"/>
                  <a:ext cx="340469" cy="325609"/>
                </a:xfrm>
                <a:prstGeom prst="flowChartConnector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  <a:effectLst>
                  <a:softEdge rad="0"/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396347"/>
                  <a:endParaRPr lang="zh-CN" altLang="en-US" sz="1330" dirty="0">
                    <a:solidFill>
                      <a:prstClr val="white"/>
                    </a:solidFill>
                    <a:latin typeface="Calibri"/>
                    <a:ea typeface="宋体" panose="02010600030101010101" pitchFamily="2" charset="-122"/>
                  </a:endParaRPr>
                </a:p>
              </p:txBody>
            </p:sp>
          </p:grpSp>
          <p:cxnSp>
            <p:nvCxnSpPr>
              <p:cNvPr id="23" name="直接箭头连接符 22">
                <a:extLst>
                  <a:ext uri="{FF2B5EF4-FFF2-40B4-BE49-F238E27FC236}">
                    <a16:creationId xmlns:a16="http://schemas.microsoft.com/office/drawing/2014/main" id="{0F166D18-0635-1473-FC90-F8848CA01FB3}"/>
                  </a:ext>
                </a:extLst>
              </p:cNvPr>
              <p:cNvCxnSpPr>
                <a:cxnSpLocks/>
                <a:stCxn id="14" idx="7"/>
                <a:endCxn id="15" idx="2"/>
              </p:cNvCxnSpPr>
              <p:nvPr/>
            </p:nvCxnSpPr>
            <p:spPr>
              <a:xfrm flipV="1">
                <a:off x="2822034" y="2357149"/>
                <a:ext cx="255635" cy="237794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箭头连接符 23">
                <a:extLst>
                  <a:ext uri="{FF2B5EF4-FFF2-40B4-BE49-F238E27FC236}">
                    <a16:creationId xmlns:a16="http://schemas.microsoft.com/office/drawing/2014/main" id="{70812E0D-D456-50CD-8354-865F68A73E0C}"/>
                  </a:ext>
                </a:extLst>
              </p:cNvPr>
              <p:cNvCxnSpPr>
                <a:cxnSpLocks/>
                <a:stCxn id="14" idx="6"/>
                <a:endCxn id="16" idx="1"/>
              </p:cNvCxnSpPr>
              <p:nvPr/>
            </p:nvCxnSpPr>
            <p:spPr>
              <a:xfrm>
                <a:off x="2871895" y="2710064"/>
                <a:ext cx="255634" cy="132493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箭头连接符 26">
                <a:extLst>
                  <a:ext uri="{FF2B5EF4-FFF2-40B4-BE49-F238E27FC236}">
                    <a16:creationId xmlns:a16="http://schemas.microsoft.com/office/drawing/2014/main" id="{C8DAEB52-C444-0C8D-DD94-A79D9B9DE860}"/>
                  </a:ext>
                </a:extLst>
              </p:cNvPr>
              <p:cNvCxnSpPr>
                <a:cxnSpLocks/>
                <a:stCxn id="14" idx="5"/>
                <a:endCxn id="17" idx="1"/>
              </p:cNvCxnSpPr>
              <p:nvPr/>
            </p:nvCxnSpPr>
            <p:spPr>
              <a:xfrm>
                <a:off x="2822034" y="2825184"/>
                <a:ext cx="317390" cy="617902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A70DC1AA-7C10-0FB7-3376-38EF65CE176B}"/>
                  </a:ext>
                </a:extLst>
              </p:cNvPr>
              <p:cNvCxnSpPr>
                <a:cxnSpLocks/>
                <a:stCxn id="13" idx="7"/>
                <a:endCxn id="15" idx="3"/>
              </p:cNvCxnSpPr>
              <p:nvPr/>
            </p:nvCxnSpPr>
            <p:spPr>
              <a:xfrm flipV="1">
                <a:off x="2814882" y="2472269"/>
                <a:ext cx="312648" cy="587247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箭头连接符 32">
                <a:extLst>
                  <a:ext uri="{FF2B5EF4-FFF2-40B4-BE49-F238E27FC236}">
                    <a16:creationId xmlns:a16="http://schemas.microsoft.com/office/drawing/2014/main" id="{20171C61-0206-7B20-4FD8-52857CCE00EC}"/>
                  </a:ext>
                </a:extLst>
              </p:cNvPr>
              <p:cNvCxnSpPr>
                <a:cxnSpLocks/>
                <a:stCxn id="13" idx="6"/>
                <a:endCxn id="16" idx="3"/>
              </p:cNvCxnSpPr>
              <p:nvPr/>
            </p:nvCxnSpPr>
            <p:spPr>
              <a:xfrm flipV="1">
                <a:off x="2864743" y="3072798"/>
                <a:ext cx="262786" cy="101839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4954EE82-6405-5BD7-A4E2-75DFA8643259}"/>
                  </a:ext>
                </a:extLst>
              </p:cNvPr>
              <p:cNvCxnSpPr>
                <a:cxnSpLocks/>
                <a:stCxn id="13" idx="5"/>
                <a:endCxn id="17" idx="2"/>
              </p:cNvCxnSpPr>
              <p:nvPr/>
            </p:nvCxnSpPr>
            <p:spPr>
              <a:xfrm>
                <a:off x="2814882" y="3289757"/>
                <a:ext cx="274682" cy="26845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39">
                <a:extLst>
                  <a:ext uri="{FF2B5EF4-FFF2-40B4-BE49-F238E27FC236}">
                    <a16:creationId xmlns:a16="http://schemas.microsoft.com/office/drawing/2014/main" id="{F9EBE3D1-BA13-B472-373E-DBC716D2A974}"/>
                  </a:ext>
                </a:extLst>
              </p:cNvPr>
              <p:cNvCxnSpPr>
                <a:cxnSpLocks/>
                <a:stCxn id="15" idx="6"/>
                <a:endCxn id="18" idx="1"/>
              </p:cNvCxnSpPr>
              <p:nvPr/>
            </p:nvCxnSpPr>
            <p:spPr>
              <a:xfrm>
                <a:off x="3418138" y="2357149"/>
                <a:ext cx="295993" cy="237793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>
                <a:extLst>
                  <a:ext uri="{FF2B5EF4-FFF2-40B4-BE49-F238E27FC236}">
                    <a16:creationId xmlns:a16="http://schemas.microsoft.com/office/drawing/2014/main" id="{B06A77F0-D629-7D7D-6949-6A574B4A1FFF}"/>
                  </a:ext>
                </a:extLst>
              </p:cNvPr>
              <p:cNvCxnSpPr>
                <a:cxnSpLocks/>
                <a:stCxn id="15" idx="5"/>
                <a:endCxn id="19" idx="1"/>
              </p:cNvCxnSpPr>
              <p:nvPr/>
            </p:nvCxnSpPr>
            <p:spPr>
              <a:xfrm>
                <a:off x="3368277" y="2472269"/>
                <a:ext cx="350933" cy="57009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箭头连接符 45">
                <a:extLst>
                  <a:ext uri="{FF2B5EF4-FFF2-40B4-BE49-F238E27FC236}">
                    <a16:creationId xmlns:a16="http://schemas.microsoft.com/office/drawing/2014/main" id="{1D11201D-1C5A-AA29-5174-22D4D07EE0DB}"/>
                  </a:ext>
                </a:extLst>
              </p:cNvPr>
              <p:cNvCxnSpPr>
                <a:cxnSpLocks/>
                <a:stCxn id="16" idx="7"/>
                <a:endCxn id="18" idx="2"/>
              </p:cNvCxnSpPr>
              <p:nvPr/>
            </p:nvCxnSpPr>
            <p:spPr>
              <a:xfrm flipV="1">
                <a:off x="3368276" y="2710063"/>
                <a:ext cx="295994" cy="132494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箭头连接符 49">
                <a:extLst>
                  <a:ext uri="{FF2B5EF4-FFF2-40B4-BE49-F238E27FC236}">
                    <a16:creationId xmlns:a16="http://schemas.microsoft.com/office/drawing/2014/main" id="{4C6BB020-A356-49E6-1FF7-1BCE57623C8F}"/>
                  </a:ext>
                </a:extLst>
              </p:cNvPr>
              <p:cNvCxnSpPr>
                <a:cxnSpLocks/>
                <a:stCxn id="16" idx="5"/>
                <a:endCxn id="19" idx="2"/>
              </p:cNvCxnSpPr>
              <p:nvPr/>
            </p:nvCxnSpPr>
            <p:spPr>
              <a:xfrm>
                <a:off x="3368276" y="3072798"/>
                <a:ext cx="301073" cy="84682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箭头连接符 52">
                <a:extLst>
                  <a:ext uri="{FF2B5EF4-FFF2-40B4-BE49-F238E27FC236}">
                    <a16:creationId xmlns:a16="http://schemas.microsoft.com/office/drawing/2014/main" id="{19FB9C0E-8DC5-A9FC-F602-85DBD0018C07}"/>
                  </a:ext>
                </a:extLst>
              </p:cNvPr>
              <p:cNvCxnSpPr>
                <a:cxnSpLocks/>
                <a:stCxn id="17" idx="7"/>
                <a:endCxn id="18" idx="3"/>
              </p:cNvCxnSpPr>
              <p:nvPr/>
            </p:nvCxnSpPr>
            <p:spPr>
              <a:xfrm flipV="1">
                <a:off x="3380171" y="2825183"/>
                <a:ext cx="333960" cy="617903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箭头连接符 55">
                <a:extLst>
                  <a:ext uri="{FF2B5EF4-FFF2-40B4-BE49-F238E27FC236}">
                    <a16:creationId xmlns:a16="http://schemas.microsoft.com/office/drawing/2014/main" id="{3F68D4EF-6C99-B21A-BC54-37C98C44483B}"/>
                  </a:ext>
                </a:extLst>
              </p:cNvPr>
              <p:cNvCxnSpPr>
                <a:cxnSpLocks/>
                <a:stCxn id="17" idx="6"/>
                <a:endCxn id="19" idx="3"/>
              </p:cNvCxnSpPr>
              <p:nvPr/>
            </p:nvCxnSpPr>
            <p:spPr>
              <a:xfrm flipV="1">
                <a:off x="3430032" y="3272600"/>
                <a:ext cx="289178" cy="285607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3" name="文本框 342">
                  <a:extLst>
                    <a:ext uri="{FF2B5EF4-FFF2-40B4-BE49-F238E27FC236}">
                      <a16:creationId xmlns:a16="http://schemas.microsoft.com/office/drawing/2014/main" id="{C53E13E7-504B-4185-BA46-175414800D6B}"/>
                    </a:ext>
                  </a:extLst>
                </p:cNvPr>
                <p:cNvSpPr txBox="1"/>
                <p:nvPr/>
              </p:nvSpPr>
              <p:spPr>
                <a:xfrm>
                  <a:off x="1437581" y="2347368"/>
                  <a:ext cx="1110418" cy="3998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defTabSz="396347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14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en-US" altLang="zh-CN" sz="1214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1214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𝟏𝟐𝟖</m:t>
                        </m:r>
                      </m:oMath>
                    </m:oMathPara>
                  </a14:m>
                  <a:endParaRPr lang="zh-CN" altLang="en-US" sz="1214" b="1" dirty="0">
                    <a:solidFill>
                      <a:prstClr val="black"/>
                    </a:solidFill>
                    <a:latin typeface="Calibri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343" name="文本框 342">
                  <a:extLst>
                    <a:ext uri="{FF2B5EF4-FFF2-40B4-BE49-F238E27FC236}">
                      <a16:creationId xmlns:a16="http://schemas.microsoft.com/office/drawing/2014/main" id="{C53E13E7-504B-4185-BA46-175414800D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7581" y="2347368"/>
                  <a:ext cx="1110418" cy="39982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0" name="组合 369">
            <a:extLst>
              <a:ext uri="{FF2B5EF4-FFF2-40B4-BE49-F238E27FC236}">
                <a16:creationId xmlns:a16="http://schemas.microsoft.com/office/drawing/2014/main" id="{B58C1EA5-EDF8-4643-8D8A-8E5DEFB62AEC}"/>
              </a:ext>
            </a:extLst>
          </p:cNvPr>
          <p:cNvGrpSpPr/>
          <p:nvPr/>
        </p:nvGrpSpPr>
        <p:grpSpPr>
          <a:xfrm>
            <a:off x="2436464" y="808751"/>
            <a:ext cx="392150" cy="1776581"/>
            <a:chOff x="3380101" y="2690131"/>
            <a:chExt cx="452354" cy="2049325"/>
          </a:xfrm>
        </p:grpSpPr>
        <p:grpSp>
          <p:nvGrpSpPr>
            <p:cNvPr id="344" name="组合 343">
              <a:extLst>
                <a:ext uri="{FF2B5EF4-FFF2-40B4-BE49-F238E27FC236}">
                  <a16:creationId xmlns:a16="http://schemas.microsoft.com/office/drawing/2014/main" id="{7533AFE1-461C-482A-88A3-E7A9B77651C6}"/>
                </a:ext>
              </a:extLst>
            </p:cNvPr>
            <p:cNvGrpSpPr/>
            <p:nvPr/>
          </p:nvGrpSpPr>
          <p:grpSpPr>
            <a:xfrm>
              <a:off x="3380101" y="2690131"/>
              <a:ext cx="452354" cy="2049325"/>
              <a:chOff x="3380101" y="2518465"/>
              <a:chExt cx="378830" cy="1810510"/>
            </a:xfrm>
          </p:grpSpPr>
          <p:grpSp>
            <p:nvGrpSpPr>
              <p:cNvPr id="73" name="组合 72">
                <a:extLst>
                  <a:ext uri="{FF2B5EF4-FFF2-40B4-BE49-F238E27FC236}">
                    <a16:creationId xmlns:a16="http://schemas.microsoft.com/office/drawing/2014/main" id="{D47AD638-6D53-4BAD-BA0D-E873B3AE5F5C}"/>
                  </a:ext>
                </a:extLst>
              </p:cNvPr>
              <p:cNvGrpSpPr/>
              <p:nvPr/>
            </p:nvGrpSpPr>
            <p:grpSpPr>
              <a:xfrm>
                <a:off x="3380101" y="2518465"/>
                <a:ext cx="378830" cy="1810510"/>
                <a:chOff x="4654900" y="5062238"/>
                <a:chExt cx="889711" cy="3681343"/>
              </a:xfrm>
            </p:grpSpPr>
            <p:grpSp>
              <p:nvGrpSpPr>
                <p:cNvPr id="93" name="组合 92">
                  <a:extLst>
                    <a:ext uri="{FF2B5EF4-FFF2-40B4-BE49-F238E27FC236}">
                      <a16:creationId xmlns:a16="http://schemas.microsoft.com/office/drawing/2014/main" id="{B85A0199-0066-3C5C-58DE-770D8E120871}"/>
                    </a:ext>
                  </a:extLst>
                </p:cNvPr>
                <p:cNvGrpSpPr/>
                <p:nvPr/>
              </p:nvGrpSpPr>
              <p:grpSpPr>
                <a:xfrm>
                  <a:off x="4654900" y="5062238"/>
                  <a:ext cx="889711" cy="3681343"/>
                  <a:chOff x="4664777" y="1105025"/>
                  <a:chExt cx="889711" cy="3681343"/>
                </a:xfrm>
              </p:grpSpPr>
              <p:sp>
                <p:nvSpPr>
                  <p:cNvPr id="63" name="矩形: 圆角 62">
                    <a:extLst>
                      <a:ext uri="{FF2B5EF4-FFF2-40B4-BE49-F238E27FC236}">
                        <a16:creationId xmlns:a16="http://schemas.microsoft.com/office/drawing/2014/main" id="{FF8299C6-1204-F74E-3D31-839A690769B6}"/>
                      </a:ext>
                    </a:extLst>
                  </p:cNvPr>
                  <p:cNvSpPr/>
                  <p:nvPr/>
                </p:nvSpPr>
                <p:spPr>
                  <a:xfrm>
                    <a:off x="4664777" y="1105025"/>
                    <a:ext cx="889711" cy="3681343"/>
                  </a:xfrm>
                  <a:prstGeom prst="round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396347">
                      <a:lnSpc>
                        <a:spcPts val="369"/>
                      </a:lnSpc>
                    </a:pPr>
                    <a:endParaRPr lang="en-US" altLang="zh-CN" sz="2954" dirty="0">
                      <a:solidFill>
                        <a:prstClr val="black"/>
                      </a:solidFill>
                      <a:latin typeface="Calibri"/>
                      <a:ea typeface="宋体" panose="02010600030101010101" pitchFamily="2" charset="-122"/>
                    </a:endParaRPr>
                  </a:p>
                  <a:p>
                    <a:pPr algn="ctr" defTabSz="396347">
                      <a:lnSpc>
                        <a:spcPts val="369"/>
                      </a:lnSpc>
                    </a:pPr>
                    <a:endParaRPr lang="en-US" altLang="zh-CN" sz="2954" dirty="0">
                      <a:solidFill>
                        <a:prstClr val="black"/>
                      </a:solidFill>
                      <a:latin typeface="Calibri"/>
                      <a:ea typeface="宋体" panose="02010600030101010101" pitchFamily="2" charset="-122"/>
                    </a:endParaRPr>
                  </a:p>
                  <a:p>
                    <a:pPr algn="ctr" defTabSz="396347">
                      <a:lnSpc>
                        <a:spcPts val="369"/>
                      </a:lnSpc>
                    </a:pPr>
                    <a:endParaRPr lang="en-US" altLang="zh-CN" sz="2954" dirty="0">
                      <a:solidFill>
                        <a:prstClr val="black"/>
                      </a:solidFill>
                      <a:latin typeface="Calibri"/>
                      <a:ea typeface="宋体" panose="02010600030101010101" pitchFamily="2" charset="-122"/>
                    </a:endParaRPr>
                  </a:p>
                  <a:p>
                    <a:pPr algn="ctr" defTabSz="396347">
                      <a:lnSpc>
                        <a:spcPts val="369"/>
                      </a:lnSpc>
                    </a:pPr>
                    <a:endParaRPr lang="en-US" altLang="zh-CN" sz="2954" dirty="0">
                      <a:solidFill>
                        <a:prstClr val="black"/>
                      </a:solidFill>
                      <a:latin typeface="Calibri"/>
                      <a:ea typeface="宋体" panose="02010600030101010101" pitchFamily="2" charset="-122"/>
                    </a:endParaRPr>
                  </a:p>
                  <a:p>
                    <a:pPr algn="ctr" defTabSz="396347">
                      <a:lnSpc>
                        <a:spcPts val="369"/>
                      </a:lnSpc>
                    </a:pPr>
                    <a:endParaRPr lang="en-US" altLang="zh-CN" sz="2954" dirty="0">
                      <a:solidFill>
                        <a:prstClr val="black"/>
                      </a:solidFill>
                      <a:latin typeface="Calibri"/>
                      <a:ea typeface="宋体" panose="02010600030101010101" pitchFamily="2" charset="-122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1" name="流程图: 接点 60">
                        <a:extLst>
                          <a:ext uri="{FF2B5EF4-FFF2-40B4-BE49-F238E27FC236}">
                            <a16:creationId xmlns:a16="http://schemas.microsoft.com/office/drawing/2014/main" id="{27549E58-4BA8-2A77-B811-57938D95B4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5373" y="2641561"/>
                        <a:ext cx="578428" cy="508119"/>
                      </a:xfrm>
                      <a:prstGeom prst="flowChartConnector">
                        <a:avLst/>
                      </a:prstGeom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ln>
                        <a:noFill/>
                      </a:ln>
                      <a:effectLst>
                        <a:softEdge rad="0"/>
                      </a:effectLst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396347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sz="133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33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oMath>
                          </m:oMathPara>
                        </a14:m>
                        <a:endParaRPr lang="zh-CN" altLang="en-US" sz="2067" dirty="0">
                          <a:solidFill>
                            <a:prstClr val="black"/>
                          </a:solidFill>
                          <a:latin typeface="Calibri"/>
                          <a:ea typeface="宋体" panose="02010600030101010101" pitchFamily="2" charset="-122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1" name="流程图: 接点 60">
                        <a:extLst>
                          <a:ext uri="{FF2B5EF4-FFF2-40B4-BE49-F238E27FC236}">
                            <a16:creationId xmlns:a16="http://schemas.microsoft.com/office/drawing/2014/main" id="{27549E58-4BA8-2A77-B811-57938D95B4E6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835373" y="2641561"/>
                        <a:ext cx="578428" cy="508119"/>
                      </a:xfrm>
                      <a:prstGeom prst="flowChartConnector">
                        <a:avLst/>
                      </a:prstGeom>
                      <a:blipFill>
                        <a:blip r:embed="rId8"/>
                        <a:stretch>
                          <a:fillRect/>
                        </a:stretch>
                      </a:blipFill>
                      <a:ln>
                        <a:noFill/>
                      </a:ln>
                      <a:effectLst>
                        <a:softEdge rad="0"/>
                      </a:effectLst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1" name="流程图: 接点 310">
                      <a:extLst>
                        <a:ext uri="{FF2B5EF4-FFF2-40B4-BE49-F238E27FC236}">
                          <a16:creationId xmlns:a16="http://schemas.microsoft.com/office/drawing/2014/main" id="{B24108BF-3E1E-4175-83C7-9E1257B271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1000" y="7318504"/>
                      <a:ext cx="578428" cy="508119"/>
                    </a:xfrm>
                    <a:prstGeom prst="flowChartConnector">
                      <a:avLst/>
                    </a:prstGeom>
                    <a:solidFill>
                      <a:schemeClr val="accent2">
                        <a:lumMod val="60000"/>
                        <a:lumOff val="40000"/>
                      </a:schemeClr>
                    </a:solidFill>
                    <a:ln>
                      <a:noFill/>
                    </a:ln>
                    <a:effectLst>
                      <a:softEdge rad="0"/>
                    </a:effectLst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396347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33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133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oMath>
                        </m:oMathPara>
                      </a14:m>
                      <a:endParaRPr lang="zh-CN" altLang="en-US" sz="2067" dirty="0">
                        <a:solidFill>
                          <a:prstClr val="black"/>
                        </a:solidFill>
                        <a:latin typeface="Calibri"/>
                        <a:ea typeface="宋体" panose="02010600030101010101" pitchFamily="2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311" name="流程图: 接点 310">
                      <a:extLst>
                        <a:ext uri="{FF2B5EF4-FFF2-40B4-BE49-F238E27FC236}">
                          <a16:creationId xmlns:a16="http://schemas.microsoft.com/office/drawing/2014/main" id="{B24108BF-3E1E-4175-83C7-9E1257B2714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21000" y="7318504"/>
                      <a:ext cx="578428" cy="508119"/>
                    </a:xfrm>
                    <a:prstGeom prst="flowChartConnector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  <a:ln>
                      <a:noFill/>
                    </a:ln>
                    <a:effectLst>
                      <a:softEdge rad="0"/>
                    </a:effectLst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0" name="流程图: 接点 319">
                    <a:extLst>
                      <a:ext uri="{FF2B5EF4-FFF2-40B4-BE49-F238E27FC236}">
                        <a16:creationId xmlns:a16="http://schemas.microsoft.com/office/drawing/2014/main" id="{7F5DB807-DD3D-42F0-8BF4-040A7A67BEDE}"/>
                      </a:ext>
                    </a:extLst>
                  </p:cNvPr>
                  <p:cNvSpPr/>
                  <p:nvPr/>
                </p:nvSpPr>
                <p:spPr>
                  <a:xfrm>
                    <a:off x="3446371" y="2960163"/>
                    <a:ext cx="246289" cy="225506"/>
                  </a:xfrm>
                  <a:prstGeom prst="flowChartConnector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>
                    <a:softEdge rad="0"/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396347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33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133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33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sz="133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067" dirty="0">
                      <a:solidFill>
                        <a:prstClr val="black"/>
                      </a:solidFill>
                      <a:latin typeface="Calibri"/>
                      <a:ea typeface="宋体" panose="0201060003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320" name="流程图: 接点 319">
                    <a:extLst>
                      <a:ext uri="{FF2B5EF4-FFF2-40B4-BE49-F238E27FC236}">
                        <a16:creationId xmlns:a16="http://schemas.microsoft.com/office/drawing/2014/main" id="{7F5DB807-DD3D-42F0-8BF4-040A7A67BED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46371" y="2960163"/>
                    <a:ext cx="246289" cy="225506"/>
                  </a:xfrm>
                  <a:prstGeom prst="flowChartConnector">
                    <a:avLst/>
                  </a:prstGeom>
                  <a:blipFill>
                    <a:blip r:embed="rId10"/>
                    <a:stretch>
                      <a:fillRect l="-4762" b="-5405"/>
                    </a:stretch>
                  </a:blipFill>
                  <a:ln>
                    <a:noFill/>
                  </a:ln>
                  <a:effectLst>
                    <a:softEdge rad="0"/>
                  </a:effec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5" name="流程图: 接点 344">
                  <a:extLst>
                    <a:ext uri="{FF2B5EF4-FFF2-40B4-BE49-F238E27FC236}">
                      <a16:creationId xmlns:a16="http://schemas.microsoft.com/office/drawing/2014/main" id="{96B19AE6-D186-448D-9880-3BCCB9B1BC5A}"/>
                    </a:ext>
                  </a:extLst>
                </p:cNvPr>
                <p:cNvSpPr/>
                <p:nvPr/>
              </p:nvSpPr>
              <p:spPr>
                <a:xfrm>
                  <a:off x="3415964" y="2738031"/>
                  <a:ext cx="368563" cy="327465"/>
                </a:xfrm>
                <a:prstGeom prst="flowChartConnector">
                  <a:avLst/>
                </a:prstGeom>
                <a:solidFill>
                  <a:srgbClr val="92D050"/>
                </a:solidFill>
                <a:ln>
                  <a:noFill/>
                </a:ln>
                <a:effectLst>
                  <a:softEdge rad="0"/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396347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4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04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104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04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04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560" b="1" dirty="0">
                    <a:solidFill>
                      <a:prstClr val="black"/>
                    </a:solidFill>
                    <a:latin typeface="Calibri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345" name="流程图: 接点 344">
                  <a:extLst>
                    <a:ext uri="{FF2B5EF4-FFF2-40B4-BE49-F238E27FC236}">
                      <a16:creationId xmlns:a16="http://schemas.microsoft.com/office/drawing/2014/main" id="{96B19AE6-D186-448D-9880-3BCCB9B1BC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5964" y="2738031"/>
                  <a:ext cx="368563" cy="327465"/>
                </a:xfrm>
                <a:prstGeom prst="flowChartConnector">
                  <a:avLst/>
                </a:prstGeom>
                <a:blipFill>
                  <a:blip r:embed="rId11"/>
                  <a:stretch>
                    <a:fillRect l="-7547" r="-7547"/>
                  </a:stretch>
                </a:blipFill>
                <a:ln>
                  <a:noFill/>
                </a:ln>
                <a:effectLst>
                  <a:softEdge rad="0"/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DA921367-67FE-4314-E257-134C90D003BE}"/>
              </a:ext>
            </a:extLst>
          </p:cNvPr>
          <p:cNvCxnSpPr>
            <a:cxnSpLocks/>
            <a:stCxn id="61" idx="6"/>
            <a:endCxn id="94" idx="2"/>
          </p:cNvCxnSpPr>
          <p:nvPr/>
        </p:nvCxnSpPr>
        <p:spPr>
          <a:xfrm>
            <a:off x="2766607" y="1672874"/>
            <a:ext cx="360767" cy="39808"/>
          </a:xfrm>
          <a:prstGeom prst="straightConnector1">
            <a:avLst/>
          </a:prstGeom>
          <a:ln w="25400"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092456B2-8EB6-5046-CA36-AA110D543F2D}"/>
              </a:ext>
            </a:extLst>
          </p:cNvPr>
          <p:cNvCxnSpPr>
            <a:cxnSpLocks/>
            <a:stCxn id="311" idx="6"/>
            <a:endCxn id="94" idx="3"/>
          </p:cNvCxnSpPr>
          <p:nvPr/>
        </p:nvCxnSpPr>
        <p:spPr>
          <a:xfrm flipV="1">
            <a:off x="2764624" y="1882307"/>
            <a:ext cx="430409" cy="137902"/>
          </a:xfrm>
          <a:prstGeom prst="straightConnector1">
            <a:avLst/>
          </a:prstGeom>
          <a:ln w="25400"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949E8A07-2D91-877C-7CA5-1719602BAFD4}"/>
              </a:ext>
            </a:extLst>
          </p:cNvPr>
          <p:cNvCxnSpPr>
            <a:cxnSpLocks/>
            <a:stCxn id="411" idx="6"/>
            <a:endCxn id="94" idx="4"/>
          </p:cNvCxnSpPr>
          <p:nvPr/>
        </p:nvCxnSpPr>
        <p:spPr>
          <a:xfrm flipV="1">
            <a:off x="2764625" y="1952568"/>
            <a:ext cx="593753" cy="428172"/>
          </a:xfrm>
          <a:prstGeom prst="straightConnector1">
            <a:avLst/>
          </a:prstGeom>
          <a:ln w="25400"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直接箭头连接符 354">
            <a:extLst>
              <a:ext uri="{FF2B5EF4-FFF2-40B4-BE49-F238E27FC236}">
                <a16:creationId xmlns:a16="http://schemas.microsoft.com/office/drawing/2014/main" id="{2DCCAD80-86CB-4120-A7AE-6C3BD826F630}"/>
              </a:ext>
            </a:extLst>
          </p:cNvPr>
          <p:cNvCxnSpPr>
            <a:cxnSpLocks/>
            <a:stCxn id="320" idx="6"/>
            <a:endCxn id="94" idx="1"/>
          </p:cNvCxnSpPr>
          <p:nvPr/>
        </p:nvCxnSpPr>
        <p:spPr>
          <a:xfrm>
            <a:off x="2760014" y="1352810"/>
            <a:ext cx="435019" cy="190246"/>
          </a:xfrm>
          <a:prstGeom prst="straightConnector1">
            <a:avLst/>
          </a:prstGeom>
          <a:ln w="25400"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直接箭头连接符 384">
            <a:extLst>
              <a:ext uri="{FF2B5EF4-FFF2-40B4-BE49-F238E27FC236}">
                <a16:creationId xmlns:a16="http://schemas.microsoft.com/office/drawing/2014/main" id="{FDD370A3-7C73-49C9-B55D-F90C5651A2DF}"/>
              </a:ext>
            </a:extLst>
          </p:cNvPr>
          <p:cNvCxnSpPr>
            <a:cxnSpLocks/>
            <a:stCxn id="11" idx="3"/>
            <a:endCxn id="320" idx="2"/>
          </p:cNvCxnSpPr>
          <p:nvPr/>
        </p:nvCxnSpPr>
        <p:spPr>
          <a:xfrm flipV="1">
            <a:off x="1952880" y="1352810"/>
            <a:ext cx="552185" cy="344756"/>
          </a:xfrm>
          <a:prstGeom prst="straightConnector1">
            <a:avLst/>
          </a:prstGeom>
          <a:ln w="25400">
            <a:gradFill>
              <a:gsLst>
                <a:gs pos="0">
                  <a:schemeClr val="accent5">
                    <a:lumMod val="75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直接箭头连接符 387">
            <a:extLst>
              <a:ext uri="{FF2B5EF4-FFF2-40B4-BE49-F238E27FC236}">
                <a16:creationId xmlns:a16="http://schemas.microsoft.com/office/drawing/2014/main" id="{4688A5D4-5A5E-44A8-9A7F-90B93AA893F8}"/>
              </a:ext>
            </a:extLst>
          </p:cNvPr>
          <p:cNvCxnSpPr>
            <a:cxnSpLocks/>
            <a:stCxn id="11" idx="3"/>
            <a:endCxn id="345" idx="2"/>
          </p:cNvCxnSpPr>
          <p:nvPr/>
        </p:nvCxnSpPr>
        <p:spPr>
          <a:xfrm flipV="1">
            <a:off x="1952880" y="992217"/>
            <a:ext cx="514675" cy="705349"/>
          </a:xfrm>
          <a:prstGeom prst="straightConnector1">
            <a:avLst/>
          </a:prstGeom>
          <a:ln w="25400">
            <a:gradFill>
              <a:gsLst>
                <a:gs pos="0">
                  <a:schemeClr val="accent5">
                    <a:lumMod val="75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" name="等腰三角形 409">
            <a:extLst>
              <a:ext uri="{FF2B5EF4-FFF2-40B4-BE49-F238E27FC236}">
                <a16:creationId xmlns:a16="http://schemas.microsoft.com/office/drawing/2014/main" id="{B4C3C98B-1D87-4E35-8EC6-81929946C3AB}"/>
              </a:ext>
            </a:extLst>
          </p:cNvPr>
          <p:cNvSpPr/>
          <p:nvPr/>
        </p:nvSpPr>
        <p:spPr>
          <a:xfrm>
            <a:off x="2599552" y="2096104"/>
            <a:ext cx="2113953" cy="889202"/>
          </a:xfrm>
          <a:prstGeom prst="triangle">
            <a:avLst/>
          </a:prstGeom>
          <a:gradFill>
            <a:gsLst>
              <a:gs pos="0">
                <a:schemeClr val="tx2">
                  <a:lumMod val="60000"/>
                  <a:lumOff val="40000"/>
                  <a:alpha val="1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96347"/>
            <a:endParaRPr lang="zh-CN" altLang="en-US" sz="1040" dirty="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cxnSp>
        <p:nvCxnSpPr>
          <p:cNvPr id="395" name="直接箭头连接符 394">
            <a:extLst>
              <a:ext uri="{FF2B5EF4-FFF2-40B4-BE49-F238E27FC236}">
                <a16:creationId xmlns:a16="http://schemas.microsoft.com/office/drawing/2014/main" id="{93FA4E83-9A0D-40D2-876A-A1076F9CB82E}"/>
              </a:ext>
            </a:extLst>
          </p:cNvPr>
          <p:cNvCxnSpPr>
            <a:cxnSpLocks/>
            <a:stCxn id="345" idx="6"/>
            <a:endCxn id="94" idx="0"/>
          </p:cNvCxnSpPr>
          <p:nvPr/>
        </p:nvCxnSpPr>
        <p:spPr>
          <a:xfrm>
            <a:off x="2787066" y="992217"/>
            <a:ext cx="571311" cy="480579"/>
          </a:xfrm>
          <a:prstGeom prst="straightConnector1">
            <a:avLst/>
          </a:prstGeom>
          <a:ln w="25400"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1" name="流程图: 接点 410">
                <a:extLst>
                  <a:ext uri="{FF2B5EF4-FFF2-40B4-BE49-F238E27FC236}">
                    <a16:creationId xmlns:a16="http://schemas.microsoft.com/office/drawing/2014/main" id="{9F0A9D55-E7BA-48A1-9DF9-557B105B7D04}"/>
                  </a:ext>
                </a:extLst>
              </p:cNvPr>
              <p:cNvSpPr/>
              <p:nvPr/>
            </p:nvSpPr>
            <p:spPr>
              <a:xfrm>
                <a:off x="2509676" y="2258135"/>
                <a:ext cx="254949" cy="245213"/>
              </a:xfrm>
              <a:prstGeom prst="flowChartConnector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softEdge rad="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96347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3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330" i="1" dirty="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zh-CN" altLang="en-US" sz="2067" dirty="0">
                  <a:solidFill>
                    <a:prstClr val="black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411" name="流程图: 接点 410">
                <a:extLst>
                  <a:ext uri="{FF2B5EF4-FFF2-40B4-BE49-F238E27FC236}">
                    <a16:creationId xmlns:a16="http://schemas.microsoft.com/office/drawing/2014/main" id="{9F0A9D55-E7BA-48A1-9DF9-557B105B7D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676" y="2258135"/>
                <a:ext cx="254949" cy="245213"/>
              </a:xfrm>
              <a:prstGeom prst="flowChartConnector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>
                <a:softEdge rad="0"/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4" name="矩形: 圆角 433">
                <a:extLst>
                  <a:ext uri="{FF2B5EF4-FFF2-40B4-BE49-F238E27FC236}">
                    <a16:creationId xmlns:a16="http://schemas.microsoft.com/office/drawing/2014/main" id="{224D2969-0654-445B-8ED6-BA821A81B543}"/>
                  </a:ext>
                </a:extLst>
              </p:cNvPr>
              <p:cNvSpPr/>
              <p:nvPr/>
            </p:nvSpPr>
            <p:spPr>
              <a:xfrm>
                <a:off x="3030112" y="812464"/>
                <a:ext cx="2750871" cy="378659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396347"/>
                <a14:m>
                  <m:oMath xmlns:m="http://schemas.openxmlformats.org/officeDocument/2006/math">
                    <m:r>
                      <a:rPr lang="zh-CN" altLang="en-US" sz="208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zh-CN" altLang="en-US" sz="2081" dirty="0">
                    <a:solidFill>
                      <a:prstClr val="black"/>
                    </a:solidFill>
                    <a:latin typeface="Calibri"/>
                    <a:ea typeface="宋体" panose="02010600030101010101" pitchFamily="2" charset="-122"/>
                  </a:rPr>
                  <a:t> </a:t>
                </a:r>
                <a:r>
                  <a:rPr lang="en-US" altLang="zh-CN" sz="1387" dirty="0">
                    <a:solidFill>
                      <a:prstClr val="black"/>
                    </a:solidFill>
                    <a:latin typeface="Calibri"/>
                    <a:ea typeface="宋体" panose="02010600030101010101" pitchFamily="2" charset="-122"/>
                  </a:rPr>
                  <a:t>kernel: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387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387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zh-CN" sz="1387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sz="1387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sz="1387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387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1387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zh-CN" sz="1387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387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387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387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1387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l-GR" altLang="zh-CN" sz="1387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altLang="zh-CN" sz="1387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1387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387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387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387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1387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l-GR" altLang="zh-CN" sz="1387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altLang="zh-CN" sz="1387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altLang="zh-CN" sz="1387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altLang="zh-CN" sz="1387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sz="1387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zh-CN" altLang="en-US" sz="1734" dirty="0">
                  <a:solidFill>
                    <a:prstClr val="black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434" name="矩形: 圆角 433">
                <a:extLst>
                  <a:ext uri="{FF2B5EF4-FFF2-40B4-BE49-F238E27FC236}">
                    <a16:creationId xmlns:a16="http://schemas.microsoft.com/office/drawing/2014/main" id="{224D2969-0654-445B-8ED6-BA821A81B5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112" y="812464"/>
                <a:ext cx="2750871" cy="378659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6" name="直接箭头连接符 435">
            <a:extLst>
              <a:ext uri="{FF2B5EF4-FFF2-40B4-BE49-F238E27FC236}">
                <a16:creationId xmlns:a16="http://schemas.microsoft.com/office/drawing/2014/main" id="{5AF92B14-5422-4E05-8E34-E1F02E2FF6EA}"/>
              </a:ext>
            </a:extLst>
          </p:cNvPr>
          <p:cNvCxnSpPr>
            <a:cxnSpLocks/>
            <a:stCxn id="434" idx="2"/>
            <a:endCxn id="94" idx="7"/>
          </p:cNvCxnSpPr>
          <p:nvPr/>
        </p:nvCxnSpPr>
        <p:spPr>
          <a:xfrm flipH="1">
            <a:off x="3521721" y="1191122"/>
            <a:ext cx="883826" cy="351934"/>
          </a:xfrm>
          <a:prstGeom prst="straightConnector1">
            <a:avLst/>
          </a:prstGeom>
          <a:ln w="50800" cmpd="dbl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4D9DC629-4317-DB8D-C3FC-84494F90978E}"/>
              </a:ext>
            </a:extLst>
          </p:cNvPr>
          <p:cNvGrpSpPr/>
          <p:nvPr/>
        </p:nvGrpSpPr>
        <p:grpSpPr>
          <a:xfrm>
            <a:off x="1826790" y="2668272"/>
            <a:ext cx="356109" cy="352396"/>
            <a:chOff x="887692" y="2573518"/>
            <a:chExt cx="582889" cy="603315"/>
          </a:xfrm>
        </p:grpSpPr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88266E32-BEEC-BEBC-DCCF-F288F193266C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692" y="2573518"/>
              <a:ext cx="582889" cy="603315"/>
            </a:xfrm>
            <a:custGeom>
              <a:avLst/>
              <a:gdLst>
                <a:gd name="T0" fmla="*/ 385 w 682"/>
                <a:gd name="T1" fmla="*/ 638 h 680"/>
                <a:gd name="T2" fmla="*/ 425 w 682"/>
                <a:gd name="T3" fmla="*/ 634 h 680"/>
                <a:gd name="T4" fmla="*/ 489 w 682"/>
                <a:gd name="T5" fmla="*/ 641 h 680"/>
                <a:gd name="T6" fmla="*/ 512 w 682"/>
                <a:gd name="T7" fmla="*/ 589 h 680"/>
                <a:gd name="T8" fmla="*/ 569 w 682"/>
                <a:gd name="T9" fmla="*/ 586 h 680"/>
                <a:gd name="T10" fmla="*/ 586 w 682"/>
                <a:gd name="T11" fmla="*/ 524 h 680"/>
                <a:gd name="T12" fmla="*/ 604 w 682"/>
                <a:gd name="T13" fmla="*/ 488 h 680"/>
                <a:gd name="T14" fmla="*/ 659 w 682"/>
                <a:gd name="T15" fmla="*/ 461 h 680"/>
                <a:gd name="T16" fmla="*/ 640 w 682"/>
                <a:gd name="T17" fmla="*/ 408 h 680"/>
                <a:gd name="T18" fmla="*/ 643 w 682"/>
                <a:gd name="T19" fmla="*/ 360 h 680"/>
                <a:gd name="T20" fmla="*/ 681 w 682"/>
                <a:gd name="T21" fmla="*/ 312 h 680"/>
                <a:gd name="T22" fmla="*/ 634 w 682"/>
                <a:gd name="T23" fmla="*/ 263 h 680"/>
                <a:gd name="T24" fmla="*/ 629 w 682"/>
                <a:gd name="T25" fmla="*/ 219 h 680"/>
                <a:gd name="T26" fmla="*/ 609 w 682"/>
                <a:gd name="T27" fmla="*/ 160 h 680"/>
                <a:gd name="T28" fmla="*/ 564 w 682"/>
                <a:gd name="T29" fmla="*/ 134 h 680"/>
                <a:gd name="T30" fmla="*/ 559 w 682"/>
                <a:gd name="T31" fmla="*/ 76 h 680"/>
                <a:gd name="T32" fmla="*/ 499 w 682"/>
                <a:gd name="T33" fmla="*/ 75 h 680"/>
                <a:gd name="T34" fmla="*/ 455 w 682"/>
                <a:gd name="T35" fmla="*/ 57 h 680"/>
                <a:gd name="T36" fmla="*/ 412 w 682"/>
                <a:gd name="T37" fmla="*/ 5 h 680"/>
                <a:gd name="T38" fmla="*/ 360 w 682"/>
                <a:gd name="T39" fmla="*/ 36 h 680"/>
                <a:gd name="T40" fmla="*/ 304 w 682"/>
                <a:gd name="T41" fmla="*/ 8 h 680"/>
                <a:gd name="T42" fmla="*/ 257 w 682"/>
                <a:gd name="T43" fmla="*/ 17 h 680"/>
                <a:gd name="T44" fmla="*/ 224 w 682"/>
                <a:gd name="T45" fmla="*/ 58 h 680"/>
                <a:gd name="T46" fmla="*/ 168 w 682"/>
                <a:gd name="T47" fmla="*/ 49 h 680"/>
                <a:gd name="T48" fmla="*/ 136 w 682"/>
                <a:gd name="T49" fmla="*/ 114 h 680"/>
                <a:gd name="T50" fmla="*/ 109 w 682"/>
                <a:gd name="T51" fmla="*/ 143 h 680"/>
                <a:gd name="T52" fmla="*/ 50 w 682"/>
                <a:gd name="T53" fmla="*/ 160 h 680"/>
                <a:gd name="T54" fmla="*/ 63 w 682"/>
                <a:gd name="T55" fmla="*/ 217 h 680"/>
                <a:gd name="T56" fmla="*/ 42 w 682"/>
                <a:gd name="T57" fmla="*/ 264 h 680"/>
                <a:gd name="T58" fmla="*/ 5 w 682"/>
                <a:gd name="T59" fmla="*/ 316 h 680"/>
                <a:gd name="T60" fmla="*/ 38 w 682"/>
                <a:gd name="T61" fmla="*/ 362 h 680"/>
                <a:gd name="T62" fmla="*/ 9 w 682"/>
                <a:gd name="T63" fmla="*/ 422 h 680"/>
                <a:gd name="T64" fmla="*/ 52 w 682"/>
                <a:gd name="T65" fmla="*/ 458 h 680"/>
                <a:gd name="T66" fmla="*/ 79 w 682"/>
                <a:gd name="T67" fmla="*/ 492 h 680"/>
                <a:gd name="T68" fmla="*/ 81 w 682"/>
                <a:gd name="T69" fmla="*/ 560 h 680"/>
                <a:gd name="T70" fmla="*/ 141 w 682"/>
                <a:gd name="T71" fmla="*/ 567 h 680"/>
                <a:gd name="T72" fmla="*/ 176 w 682"/>
                <a:gd name="T73" fmla="*/ 616 h 680"/>
                <a:gd name="T74" fmla="*/ 219 w 682"/>
                <a:gd name="T75" fmla="*/ 648 h 680"/>
                <a:gd name="T76" fmla="*/ 273 w 682"/>
                <a:gd name="T77" fmla="*/ 634 h 680"/>
                <a:gd name="T78" fmla="*/ 310 w 682"/>
                <a:gd name="T79" fmla="*/ 674 h 680"/>
                <a:gd name="T80" fmla="*/ 297 w 682"/>
                <a:gd name="T81" fmla="*/ 588 h 680"/>
                <a:gd name="T82" fmla="*/ 231 w 682"/>
                <a:gd name="T83" fmla="*/ 567 h 680"/>
                <a:gd name="T84" fmla="*/ 182 w 682"/>
                <a:gd name="T85" fmla="*/ 537 h 680"/>
                <a:gd name="T86" fmla="*/ 117 w 682"/>
                <a:gd name="T87" fmla="*/ 459 h 680"/>
                <a:gd name="T88" fmla="*/ 89 w 682"/>
                <a:gd name="T89" fmla="*/ 375 h 680"/>
                <a:gd name="T90" fmla="*/ 101 w 682"/>
                <a:gd name="T91" fmla="*/ 255 h 680"/>
                <a:gd name="T92" fmla="*/ 145 w 682"/>
                <a:gd name="T93" fmla="*/ 176 h 680"/>
                <a:gd name="T94" fmla="*/ 239 w 682"/>
                <a:gd name="T95" fmla="*/ 106 h 680"/>
                <a:gd name="T96" fmla="*/ 338 w 682"/>
                <a:gd name="T97" fmla="*/ 85 h 680"/>
                <a:gd name="T98" fmla="*/ 435 w 682"/>
                <a:gd name="T99" fmla="*/ 103 h 680"/>
                <a:gd name="T100" fmla="*/ 517 w 682"/>
                <a:gd name="T101" fmla="*/ 156 h 680"/>
                <a:gd name="T102" fmla="*/ 544 w 682"/>
                <a:gd name="T103" fmla="*/ 187 h 680"/>
                <a:gd name="T104" fmla="*/ 587 w 682"/>
                <a:gd name="T105" fmla="*/ 276 h 680"/>
                <a:gd name="T106" fmla="*/ 592 w 682"/>
                <a:gd name="T107" fmla="*/ 373 h 680"/>
                <a:gd name="T108" fmla="*/ 557 w 682"/>
                <a:gd name="T109" fmla="*/ 471 h 680"/>
                <a:gd name="T110" fmla="*/ 488 w 682"/>
                <a:gd name="T111" fmla="*/ 545 h 680"/>
                <a:gd name="T112" fmla="*/ 403 w 682"/>
                <a:gd name="T113" fmla="*/ 585 h 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82" h="680">
                  <a:moveTo>
                    <a:pt x="345" y="680"/>
                  </a:moveTo>
                  <a:cubicBezTo>
                    <a:pt x="348" y="680"/>
                    <a:pt x="352" y="678"/>
                    <a:pt x="353" y="675"/>
                  </a:cubicBezTo>
                  <a:cubicBezTo>
                    <a:pt x="353" y="675"/>
                    <a:pt x="354" y="673"/>
                    <a:pt x="355" y="670"/>
                  </a:cubicBezTo>
                  <a:cubicBezTo>
                    <a:pt x="357" y="668"/>
                    <a:pt x="359" y="664"/>
                    <a:pt x="360" y="660"/>
                  </a:cubicBezTo>
                  <a:cubicBezTo>
                    <a:pt x="364" y="653"/>
                    <a:pt x="367" y="645"/>
                    <a:pt x="367" y="645"/>
                  </a:cubicBezTo>
                  <a:cubicBezTo>
                    <a:pt x="368" y="642"/>
                    <a:pt x="371" y="640"/>
                    <a:pt x="374" y="640"/>
                  </a:cubicBezTo>
                  <a:cubicBezTo>
                    <a:pt x="374" y="640"/>
                    <a:pt x="379" y="639"/>
                    <a:pt x="385" y="638"/>
                  </a:cubicBezTo>
                  <a:cubicBezTo>
                    <a:pt x="388" y="638"/>
                    <a:pt x="390" y="638"/>
                    <a:pt x="392" y="637"/>
                  </a:cubicBezTo>
                  <a:cubicBezTo>
                    <a:pt x="394" y="637"/>
                    <a:pt x="395" y="637"/>
                    <a:pt x="395" y="637"/>
                  </a:cubicBezTo>
                  <a:cubicBezTo>
                    <a:pt x="395" y="637"/>
                    <a:pt x="397" y="636"/>
                    <a:pt x="399" y="636"/>
                  </a:cubicBezTo>
                  <a:cubicBezTo>
                    <a:pt x="401" y="636"/>
                    <a:pt x="403" y="635"/>
                    <a:pt x="406" y="635"/>
                  </a:cubicBezTo>
                  <a:cubicBezTo>
                    <a:pt x="409" y="634"/>
                    <a:pt x="411" y="633"/>
                    <a:pt x="413" y="633"/>
                  </a:cubicBezTo>
                  <a:cubicBezTo>
                    <a:pt x="415" y="632"/>
                    <a:pt x="417" y="632"/>
                    <a:pt x="417" y="632"/>
                  </a:cubicBezTo>
                  <a:cubicBezTo>
                    <a:pt x="420" y="631"/>
                    <a:pt x="423" y="632"/>
                    <a:pt x="425" y="634"/>
                  </a:cubicBezTo>
                  <a:cubicBezTo>
                    <a:pt x="425" y="634"/>
                    <a:pt x="431" y="640"/>
                    <a:pt x="437" y="646"/>
                  </a:cubicBezTo>
                  <a:cubicBezTo>
                    <a:pt x="443" y="652"/>
                    <a:pt x="449" y="657"/>
                    <a:pt x="449" y="657"/>
                  </a:cubicBezTo>
                  <a:cubicBezTo>
                    <a:pt x="451" y="659"/>
                    <a:pt x="455" y="660"/>
                    <a:pt x="458" y="659"/>
                  </a:cubicBezTo>
                  <a:cubicBezTo>
                    <a:pt x="458" y="659"/>
                    <a:pt x="465" y="656"/>
                    <a:pt x="471" y="654"/>
                  </a:cubicBezTo>
                  <a:cubicBezTo>
                    <a:pt x="474" y="653"/>
                    <a:pt x="477" y="651"/>
                    <a:pt x="479" y="650"/>
                  </a:cubicBezTo>
                  <a:cubicBezTo>
                    <a:pt x="482" y="649"/>
                    <a:pt x="483" y="649"/>
                    <a:pt x="483" y="649"/>
                  </a:cubicBezTo>
                  <a:cubicBezTo>
                    <a:pt x="486" y="647"/>
                    <a:pt x="489" y="644"/>
                    <a:pt x="489" y="641"/>
                  </a:cubicBezTo>
                  <a:cubicBezTo>
                    <a:pt x="489" y="641"/>
                    <a:pt x="489" y="632"/>
                    <a:pt x="489" y="624"/>
                  </a:cubicBezTo>
                  <a:cubicBezTo>
                    <a:pt x="490" y="620"/>
                    <a:pt x="490" y="616"/>
                    <a:pt x="490" y="613"/>
                  </a:cubicBezTo>
                  <a:cubicBezTo>
                    <a:pt x="489" y="610"/>
                    <a:pt x="489" y="608"/>
                    <a:pt x="489" y="608"/>
                  </a:cubicBezTo>
                  <a:cubicBezTo>
                    <a:pt x="489" y="605"/>
                    <a:pt x="491" y="602"/>
                    <a:pt x="494" y="600"/>
                  </a:cubicBezTo>
                  <a:cubicBezTo>
                    <a:pt x="494" y="600"/>
                    <a:pt x="495" y="599"/>
                    <a:pt x="497" y="598"/>
                  </a:cubicBezTo>
                  <a:cubicBezTo>
                    <a:pt x="498" y="597"/>
                    <a:pt x="501" y="596"/>
                    <a:pt x="503" y="594"/>
                  </a:cubicBezTo>
                  <a:cubicBezTo>
                    <a:pt x="508" y="591"/>
                    <a:pt x="512" y="589"/>
                    <a:pt x="512" y="589"/>
                  </a:cubicBezTo>
                  <a:cubicBezTo>
                    <a:pt x="512" y="589"/>
                    <a:pt x="516" y="585"/>
                    <a:pt x="521" y="582"/>
                  </a:cubicBezTo>
                  <a:cubicBezTo>
                    <a:pt x="523" y="581"/>
                    <a:pt x="525" y="579"/>
                    <a:pt x="527" y="578"/>
                  </a:cubicBezTo>
                  <a:cubicBezTo>
                    <a:pt x="528" y="576"/>
                    <a:pt x="529" y="576"/>
                    <a:pt x="529" y="576"/>
                  </a:cubicBezTo>
                  <a:cubicBezTo>
                    <a:pt x="532" y="574"/>
                    <a:pt x="535" y="573"/>
                    <a:pt x="538" y="574"/>
                  </a:cubicBezTo>
                  <a:cubicBezTo>
                    <a:pt x="538" y="574"/>
                    <a:pt x="540" y="575"/>
                    <a:pt x="543" y="576"/>
                  </a:cubicBezTo>
                  <a:cubicBezTo>
                    <a:pt x="546" y="577"/>
                    <a:pt x="550" y="579"/>
                    <a:pt x="553" y="580"/>
                  </a:cubicBezTo>
                  <a:cubicBezTo>
                    <a:pt x="561" y="583"/>
                    <a:pt x="569" y="586"/>
                    <a:pt x="569" y="586"/>
                  </a:cubicBezTo>
                  <a:cubicBezTo>
                    <a:pt x="572" y="587"/>
                    <a:pt x="576" y="586"/>
                    <a:pt x="578" y="583"/>
                  </a:cubicBezTo>
                  <a:cubicBezTo>
                    <a:pt x="578" y="583"/>
                    <a:pt x="580" y="582"/>
                    <a:pt x="581" y="580"/>
                  </a:cubicBezTo>
                  <a:cubicBezTo>
                    <a:pt x="583" y="578"/>
                    <a:pt x="586" y="576"/>
                    <a:pt x="588" y="574"/>
                  </a:cubicBezTo>
                  <a:cubicBezTo>
                    <a:pt x="592" y="569"/>
                    <a:pt x="597" y="564"/>
                    <a:pt x="597" y="564"/>
                  </a:cubicBezTo>
                  <a:cubicBezTo>
                    <a:pt x="599" y="561"/>
                    <a:pt x="600" y="557"/>
                    <a:pt x="599" y="554"/>
                  </a:cubicBezTo>
                  <a:cubicBezTo>
                    <a:pt x="599" y="554"/>
                    <a:pt x="596" y="547"/>
                    <a:pt x="593" y="539"/>
                  </a:cubicBezTo>
                  <a:cubicBezTo>
                    <a:pt x="590" y="531"/>
                    <a:pt x="586" y="524"/>
                    <a:pt x="586" y="524"/>
                  </a:cubicBezTo>
                  <a:cubicBezTo>
                    <a:pt x="585" y="521"/>
                    <a:pt x="585" y="518"/>
                    <a:pt x="587" y="515"/>
                  </a:cubicBezTo>
                  <a:cubicBezTo>
                    <a:pt x="587" y="515"/>
                    <a:pt x="588" y="514"/>
                    <a:pt x="589" y="512"/>
                  </a:cubicBezTo>
                  <a:cubicBezTo>
                    <a:pt x="590" y="511"/>
                    <a:pt x="592" y="508"/>
                    <a:pt x="593" y="506"/>
                  </a:cubicBezTo>
                  <a:cubicBezTo>
                    <a:pt x="595" y="504"/>
                    <a:pt x="596" y="502"/>
                    <a:pt x="597" y="500"/>
                  </a:cubicBezTo>
                  <a:cubicBezTo>
                    <a:pt x="598" y="498"/>
                    <a:pt x="599" y="497"/>
                    <a:pt x="599" y="497"/>
                  </a:cubicBezTo>
                  <a:cubicBezTo>
                    <a:pt x="599" y="497"/>
                    <a:pt x="600" y="496"/>
                    <a:pt x="601" y="494"/>
                  </a:cubicBezTo>
                  <a:cubicBezTo>
                    <a:pt x="602" y="493"/>
                    <a:pt x="603" y="490"/>
                    <a:pt x="604" y="488"/>
                  </a:cubicBezTo>
                  <a:cubicBezTo>
                    <a:pt x="607" y="483"/>
                    <a:pt x="610" y="478"/>
                    <a:pt x="610" y="478"/>
                  </a:cubicBezTo>
                  <a:cubicBezTo>
                    <a:pt x="611" y="476"/>
                    <a:pt x="614" y="474"/>
                    <a:pt x="617" y="474"/>
                  </a:cubicBezTo>
                  <a:cubicBezTo>
                    <a:pt x="617" y="474"/>
                    <a:pt x="625" y="473"/>
                    <a:pt x="634" y="473"/>
                  </a:cubicBezTo>
                  <a:cubicBezTo>
                    <a:pt x="638" y="473"/>
                    <a:pt x="642" y="472"/>
                    <a:pt x="645" y="472"/>
                  </a:cubicBezTo>
                  <a:cubicBezTo>
                    <a:pt x="648" y="472"/>
                    <a:pt x="650" y="471"/>
                    <a:pt x="650" y="471"/>
                  </a:cubicBezTo>
                  <a:cubicBezTo>
                    <a:pt x="653" y="471"/>
                    <a:pt x="656" y="469"/>
                    <a:pt x="657" y="465"/>
                  </a:cubicBezTo>
                  <a:cubicBezTo>
                    <a:pt x="657" y="465"/>
                    <a:pt x="658" y="464"/>
                    <a:pt x="659" y="461"/>
                  </a:cubicBezTo>
                  <a:cubicBezTo>
                    <a:pt x="660" y="459"/>
                    <a:pt x="661" y="456"/>
                    <a:pt x="662" y="453"/>
                  </a:cubicBezTo>
                  <a:cubicBezTo>
                    <a:pt x="663" y="450"/>
                    <a:pt x="664" y="446"/>
                    <a:pt x="665" y="444"/>
                  </a:cubicBezTo>
                  <a:cubicBezTo>
                    <a:pt x="666" y="442"/>
                    <a:pt x="666" y="440"/>
                    <a:pt x="666" y="440"/>
                  </a:cubicBezTo>
                  <a:cubicBezTo>
                    <a:pt x="667" y="436"/>
                    <a:pt x="667" y="433"/>
                    <a:pt x="664" y="430"/>
                  </a:cubicBezTo>
                  <a:cubicBezTo>
                    <a:pt x="664" y="430"/>
                    <a:pt x="659" y="425"/>
                    <a:pt x="653" y="419"/>
                  </a:cubicBezTo>
                  <a:cubicBezTo>
                    <a:pt x="650" y="416"/>
                    <a:pt x="647" y="413"/>
                    <a:pt x="644" y="411"/>
                  </a:cubicBezTo>
                  <a:cubicBezTo>
                    <a:pt x="642" y="409"/>
                    <a:pt x="640" y="408"/>
                    <a:pt x="640" y="408"/>
                  </a:cubicBezTo>
                  <a:cubicBezTo>
                    <a:pt x="638" y="406"/>
                    <a:pt x="637" y="403"/>
                    <a:pt x="637" y="400"/>
                  </a:cubicBezTo>
                  <a:cubicBezTo>
                    <a:pt x="637" y="400"/>
                    <a:pt x="638" y="398"/>
                    <a:pt x="638" y="396"/>
                  </a:cubicBezTo>
                  <a:cubicBezTo>
                    <a:pt x="639" y="394"/>
                    <a:pt x="639" y="392"/>
                    <a:pt x="639" y="389"/>
                  </a:cubicBezTo>
                  <a:cubicBezTo>
                    <a:pt x="640" y="386"/>
                    <a:pt x="640" y="384"/>
                    <a:pt x="641" y="382"/>
                  </a:cubicBezTo>
                  <a:cubicBezTo>
                    <a:pt x="641" y="380"/>
                    <a:pt x="641" y="378"/>
                    <a:pt x="641" y="378"/>
                  </a:cubicBezTo>
                  <a:cubicBezTo>
                    <a:pt x="641" y="378"/>
                    <a:pt x="642" y="373"/>
                    <a:pt x="642" y="368"/>
                  </a:cubicBezTo>
                  <a:cubicBezTo>
                    <a:pt x="643" y="365"/>
                    <a:pt x="643" y="362"/>
                    <a:pt x="643" y="360"/>
                  </a:cubicBezTo>
                  <a:cubicBezTo>
                    <a:pt x="643" y="358"/>
                    <a:pt x="643" y="357"/>
                    <a:pt x="643" y="357"/>
                  </a:cubicBezTo>
                  <a:cubicBezTo>
                    <a:pt x="643" y="354"/>
                    <a:pt x="645" y="351"/>
                    <a:pt x="648" y="349"/>
                  </a:cubicBezTo>
                  <a:cubicBezTo>
                    <a:pt x="648" y="349"/>
                    <a:pt x="655" y="346"/>
                    <a:pt x="663" y="342"/>
                  </a:cubicBezTo>
                  <a:cubicBezTo>
                    <a:pt x="666" y="340"/>
                    <a:pt x="670" y="338"/>
                    <a:pt x="673" y="337"/>
                  </a:cubicBezTo>
                  <a:cubicBezTo>
                    <a:pt x="675" y="335"/>
                    <a:pt x="677" y="334"/>
                    <a:pt x="677" y="334"/>
                  </a:cubicBezTo>
                  <a:cubicBezTo>
                    <a:pt x="680" y="332"/>
                    <a:pt x="682" y="329"/>
                    <a:pt x="682" y="325"/>
                  </a:cubicBezTo>
                  <a:cubicBezTo>
                    <a:pt x="682" y="325"/>
                    <a:pt x="681" y="319"/>
                    <a:pt x="681" y="312"/>
                  </a:cubicBezTo>
                  <a:cubicBezTo>
                    <a:pt x="681" y="309"/>
                    <a:pt x="680" y="305"/>
                    <a:pt x="680" y="303"/>
                  </a:cubicBezTo>
                  <a:cubicBezTo>
                    <a:pt x="680" y="300"/>
                    <a:pt x="680" y="299"/>
                    <a:pt x="680" y="299"/>
                  </a:cubicBezTo>
                  <a:cubicBezTo>
                    <a:pt x="679" y="295"/>
                    <a:pt x="677" y="292"/>
                    <a:pt x="674" y="291"/>
                  </a:cubicBezTo>
                  <a:cubicBezTo>
                    <a:pt x="674" y="291"/>
                    <a:pt x="666" y="288"/>
                    <a:pt x="658" y="285"/>
                  </a:cubicBezTo>
                  <a:cubicBezTo>
                    <a:pt x="651" y="282"/>
                    <a:pt x="643" y="280"/>
                    <a:pt x="643" y="280"/>
                  </a:cubicBezTo>
                  <a:cubicBezTo>
                    <a:pt x="640" y="279"/>
                    <a:pt x="638" y="277"/>
                    <a:pt x="637" y="273"/>
                  </a:cubicBezTo>
                  <a:cubicBezTo>
                    <a:pt x="637" y="273"/>
                    <a:pt x="636" y="268"/>
                    <a:pt x="634" y="263"/>
                  </a:cubicBezTo>
                  <a:cubicBezTo>
                    <a:pt x="633" y="258"/>
                    <a:pt x="631" y="253"/>
                    <a:pt x="631" y="253"/>
                  </a:cubicBezTo>
                  <a:cubicBezTo>
                    <a:pt x="631" y="253"/>
                    <a:pt x="631" y="251"/>
                    <a:pt x="630" y="249"/>
                  </a:cubicBezTo>
                  <a:cubicBezTo>
                    <a:pt x="630" y="247"/>
                    <a:pt x="629" y="245"/>
                    <a:pt x="628" y="242"/>
                  </a:cubicBezTo>
                  <a:cubicBezTo>
                    <a:pt x="627" y="240"/>
                    <a:pt x="626" y="237"/>
                    <a:pt x="626" y="235"/>
                  </a:cubicBezTo>
                  <a:cubicBezTo>
                    <a:pt x="625" y="233"/>
                    <a:pt x="625" y="232"/>
                    <a:pt x="625" y="232"/>
                  </a:cubicBezTo>
                  <a:cubicBezTo>
                    <a:pt x="623" y="229"/>
                    <a:pt x="624" y="226"/>
                    <a:pt x="626" y="223"/>
                  </a:cubicBezTo>
                  <a:cubicBezTo>
                    <a:pt x="626" y="223"/>
                    <a:pt x="627" y="222"/>
                    <a:pt x="629" y="219"/>
                  </a:cubicBezTo>
                  <a:cubicBezTo>
                    <a:pt x="631" y="217"/>
                    <a:pt x="634" y="214"/>
                    <a:pt x="636" y="211"/>
                  </a:cubicBezTo>
                  <a:cubicBezTo>
                    <a:pt x="641" y="204"/>
                    <a:pt x="646" y="197"/>
                    <a:pt x="646" y="197"/>
                  </a:cubicBezTo>
                  <a:cubicBezTo>
                    <a:pt x="648" y="195"/>
                    <a:pt x="649" y="191"/>
                    <a:pt x="647" y="188"/>
                  </a:cubicBezTo>
                  <a:cubicBezTo>
                    <a:pt x="647" y="188"/>
                    <a:pt x="644" y="182"/>
                    <a:pt x="641" y="176"/>
                  </a:cubicBezTo>
                  <a:cubicBezTo>
                    <a:pt x="637" y="170"/>
                    <a:pt x="634" y="164"/>
                    <a:pt x="634" y="164"/>
                  </a:cubicBezTo>
                  <a:cubicBezTo>
                    <a:pt x="632" y="161"/>
                    <a:pt x="629" y="159"/>
                    <a:pt x="626" y="159"/>
                  </a:cubicBezTo>
                  <a:cubicBezTo>
                    <a:pt x="626" y="159"/>
                    <a:pt x="617" y="160"/>
                    <a:pt x="609" y="160"/>
                  </a:cubicBezTo>
                  <a:cubicBezTo>
                    <a:pt x="605" y="161"/>
                    <a:pt x="601" y="161"/>
                    <a:pt x="598" y="162"/>
                  </a:cubicBezTo>
                  <a:cubicBezTo>
                    <a:pt x="595" y="162"/>
                    <a:pt x="593" y="162"/>
                    <a:pt x="593" y="162"/>
                  </a:cubicBezTo>
                  <a:cubicBezTo>
                    <a:pt x="590" y="163"/>
                    <a:pt x="587" y="161"/>
                    <a:pt x="585" y="159"/>
                  </a:cubicBezTo>
                  <a:cubicBezTo>
                    <a:pt x="585" y="159"/>
                    <a:pt x="582" y="154"/>
                    <a:pt x="578" y="150"/>
                  </a:cubicBezTo>
                  <a:cubicBezTo>
                    <a:pt x="576" y="148"/>
                    <a:pt x="575" y="146"/>
                    <a:pt x="573" y="144"/>
                  </a:cubicBezTo>
                  <a:cubicBezTo>
                    <a:pt x="572" y="143"/>
                    <a:pt x="571" y="142"/>
                    <a:pt x="571" y="142"/>
                  </a:cubicBezTo>
                  <a:cubicBezTo>
                    <a:pt x="571" y="142"/>
                    <a:pt x="568" y="138"/>
                    <a:pt x="564" y="134"/>
                  </a:cubicBezTo>
                  <a:cubicBezTo>
                    <a:pt x="562" y="132"/>
                    <a:pt x="561" y="130"/>
                    <a:pt x="559" y="128"/>
                  </a:cubicBezTo>
                  <a:cubicBezTo>
                    <a:pt x="558" y="127"/>
                    <a:pt x="557" y="126"/>
                    <a:pt x="557" y="126"/>
                  </a:cubicBezTo>
                  <a:cubicBezTo>
                    <a:pt x="554" y="123"/>
                    <a:pt x="554" y="120"/>
                    <a:pt x="555" y="117"/>
                  </a:cubicBezTo>
                  <a:cubicBezTo>
                    <a:pt x="555" y="117"/>
                    <a:pt x="555" y="115"/>
                    <a:pt x="556" y="112"/>
                  </a:cubicBezTo>
                  <a:cubicBezTo>
                    <a:pt x="557" y="109"/>
                    <a:pt x="558" y="105"/>
                    <a:pt x="559" y="101"/>
                  </a:cubicBezTo>
                  <a:cubicBezTo>
                    <a:pt x="561" y="93"/>
                    <a:pt x="563" y="85"/>
                    <a:pt x="563" y="85"/>
                  </a:cubicBezTo>
                  <a:cubicBezTo>
                    <a:pt x="563" y="82"/>
                    <a:pt x="562" y="79"/>
                    <a:pt x="559" y="76"/>
                  </a:cubicBezTo>
                  <a:cubicBezTo>
                    <a:pt x="559" y="76"/>
                    <a:pt x="558" y="75"/>
                    <a:pt x="556" y="74"/>
                  </a:cubicBezTo>
                  <a:cubicBezTo>
                    <a:pt x="554" y="72"/>
                    <a:pt x="551" y="70"/>
                    <a:pt x="549" y="68"/>
                  </a:cubicBezTo>
                  <a:cubicBezTo>
                    <a:pt x="546" y="66"/>
                    <a:pt x="543" y="64"/>
                    <a:pt x="541" y="62"/>
                  </a:cubicBezTo>
                  <a:cubicBezTo>
                    <a:pt x="539" y="61"/>
                    <a:pt x="538" y="60"/>
                    <a:pt x="538" y="60"/>
                  </a:cubicBezTo>
                  <a:cubicBezTo>
                    <a:pt x="535" y="58"/>
                    <a:pt x="531" y="57"/>
                    <a:pt x="528" y="59"/>
                  </a:cubicBezTo>
                  <a:cubicBezTo>
                    <a:pt x="528" y="59"/>
                    <a:pt x="521" y="62"/>
                    <a:pt x="514" y="66"/>
                  </a:cubicBezTo>
                  <a:cubicBezTo>
                    <a:pt x="506" y="70"/>
                    <a:pt x="499" y="75"/>
                    <a:pt x="499" y="75"/>
                  </a:cubicBezTo>
                  <a:cubicBezTo>
                    <a:pt x="497" y="76"/>
                    <a:pt x="493" y="76"/>
                    <a:pt x="490" y="75"/>
                  </a:cubicBezTo>
                  <a:cubicBezTo>
                    <a:pt x="490" y="75"/>
                    <a:pt x="486" y="72"/>
                    <a:pt x="481" y="70"/>
                  </a:cubicBezTo>
                  <a:cubicBezTo>
                    <a:pt x="479" y="68"/>
                    <a:pt x="476" y="67"/>
                    <a:pt x="474" y="66"/>
                  </a:cubicBezTo>
                  <a:cubicBezTo>
                    <a:pt x="473" y="65"/>
                    <a:pt x="471" y="65"/>
                    <a:pt x="471" y="65"/>
                  </a:cubicBezTo>
                  <a:cubicBezTo>
                    <a:pt x="471" y="65"/>
                    <a:pt x="470" y="64"/>
                    <a:pt x="468" y="63"/>
                  </a:cubicBezTo>
                  <a:cubicBezTo>
                    <a:pt x="466" y="62"/>
                    <a:pt x="464" y="61"/>
                    <a:pt x="462" y="60"/>
                  </a:cubicBezTo>
                  <a:cubicBezTo>
                    <a:pt x="459" y="59"/>
                    <a:pt x="457" y="58"/>
                    <a:pt x="455" y="57"/>
                  </a:cubicBezTo>
                  <a:cubicBezTo>
                    <a:pt x="453" y="57"/>
                    <a:pt x="452" y="56"/>
                    <a:pt x="452" y="56"/>
                  </a:cubicBezTo>
                  <a:cubicBezTo>
                    <a:pt x="449" y="55"/>
                    <a:pt x="446" y="52"/>
                    <a:pt x="446" y="49"/>
                  </a:cubicBezTo>
                  <a:cubicBezTo>
                    <a:pt x="446" y="49"/>
                    <a:pt x="445" y="41"/>
                    <a:pt x="444" y="33"/>
                  </a:cubicBezTo>
                  <a:cubicBezTo>
                    <a:pt x="442" y="25"/>
                    <a:pt x="440" y="17"/>
                    <a:pt x="440" y="17"/>
                  </a:cubicBezTo>
                  <a:cubicBezTo>
                    <a:pt x="440" y="14"/>
                    <a:pt x="437" y="11"/>
                    <a:pt x="433" y="10"/>
                  </a:cubicBezTo>
                  <a:cubicBezTo>
                    <a:pt x="433" y="10"/>
                    <a:pt x="427" y="8"/>
                    <a:pt x="421" y="7"/>
                  </a:cubicBezTo>
                  <a:cubicBezTo>
                    <a:pt x="417" y="6"/>
                    <a:pt x="414" y="5"/>
                    <a:pt x="412" y="5"/>
                  </a:cubicBezTo>
                  <a:cubicBezTo>
                    <a:pt x="409" y="4"/>
                    <a:pt x="407" y="4"/>
                    <a:pt x="407" y="4"/>
                  </a:cubicBezTo>
                  <a:cubicBezTo>
                    <a:pt x="404" y="3"/>
                    <a:pt x="400" y="4"/>
                    <a:pt x="398" y="7"/>
                  </a:cubicBezTo>
                  <a:cubicBezTo>
                    <a:pt x="398" y="7"/>
                    <a:pt x="393" y="13"/>
                    <a:pt x="388" y="20"/>
                  </a:cubicBezTo>
                  <a:cubicBezTo>
                    <a:pt x="383" y="26"/>
                    <a:pt x="378" y="33"/>
                    <a:pt x="378" y="33"/>
                  </a:cubicBezTo>
                  <a:cubicBezTo>
                    <a:pt x="377" y="36"/>
                    <a:pt x="374" y="37"/>
                    <a:pt x="370" y="37"/>
                  </a:cubicBezTo>
                  <a:cubicBezTo>
                    <a:pt x="370" y="37"/>
                    <a:pt x="369" y="36"/>
                    <a:pt x="367" y="36"/>
                  </a:cubicBezTo>
                  <a:cubicBezTo>
                    <a:pt x="365" y="36"/>
                    <a:pt x="362" y="36"/>
                    <a:pt x="360" y="36"/>
                  </a:cubicBezTo>
                  <a:cubicBezTo>
                    <a:pt x="357" y="36"/>
                    <a:pt x="354" y="35"/>
                    <a:pt x="352" y="35"/>
                  </a:cubicBezTo>
                  <a:cubicBezTo>
                    <a:pt x="350" y="35"/>
                    <a:pt x="349" y="35"/>
                    <a:pt x="349" y="35"/>
                  </a:cubicBezTo>
                  <a:cubicBezTo>
                    <a:pt x="349" y="35"/>
                    <a:pt x="343" y="35"/>
                    <a:pt x="338" y="35"/>
                  </a:cubicBezTo>
                  <a:cubicBezTo>
                    <a:pt x="333" y="35"/>
                    <a:pt x="327" y="35"/>
                    <a:pt x="327" y="35"/>
                  </a:cubicBezTo>
                  <a:cubicBezTo>
                    <a:pt x="324" y="35"/>
                    <a:pt x="321" y="34"/>
                    <a:pt x="319" y="31"/>
                  </a:cubicBezTo>
                  <a:cubicBezTo>
                    <a:pt x="319" y="31"/>
                    <a:pt x="315" y="24"/>
                    <a:pt x="310" y="17"/>
                  </a:cubicBezTo>
                  <a:cubicBezTo>
                    <a:pt x="308" y="14"/>
                    <a:pt x="306" y="11"/>
                    <a:pt x="304" y="8"/>
                  </a:cubicBezTo>
                  <a:cubicBezTo>
                    <a:pt x="302" y="6"/>
                    <a:pt x="301" y="4"/>
                    <a:pt x="301" y="4"/>
                  </a:cubicBezTo>
                  <a:cubicBezTo>
                    <a:pt x="299" y="1"/>
                    <a:pt x="295" y="0"/>
                    <a:pt x="292" y="1"/>
                  </a:cubicBezTo>
                  <a:cubicBezTo>
                    <a:pt x="292" y="1"/>
                    <a:pt x="290" y="1"/>
                    <a:pt x="288" y="1"/>
                  </a:cubicBezTo>
                  <a:cubicBezTo>
                    <a:pt x="285" y="2"/>
                    <a:pt x="282" y="2"/>
                    <a:pt x="279" y="3"/>
                  </a:cubicBezTo>
                  <a:cubicBezTo>
                    <a:pt x="272" y="4"/>
                    <a:pt x="266" y="5"/>
                    <a:pt x="266" y="5"/>
                  </a:cubicBezTo>
                  <a:cubicBezTo>
                    <a:pt x="262" y="6"/>
                    <a:pt x="259" y="9"/>
                    <a:pt x="258" y="12"/>
                  </a:cubicBezTo>
                  <a:cubicBezTo>
                    <a:pt x="258" y="12"/>
                    <a:pt x="258" y="14"/>
                    <a:pt x="257" y="17"/>
                  </a:cubicBezTo>
                  <a:cubicBezTo>
                    <a:pt x="256" y="20"/>
                    <a:pt x="255" y="24"/>
                    <a:pt x="254" y="28"/>
                  </a:cubicBezTo>
                  <a:cubicBezTo>
                    <a:pt x="252" y="36"/>
                    <a:pt x="251" y="44"/>
                    <a:pt x="251" y="44"/>
                  </a:cubicBezTo>
                  <a:cubicBezTo>
                    <a:pt x="250" y="47"/>
                    <a:pt x="248" y="50"/>
                    <a:pt x="245" y="51"/>
                  </a:cubicBezTo>
                  <a:cubicBezTo>
                    <a:pt x="245" y="51"/>
                    <a:pt x="244" y="51"/>
                    <a:pt x="242" y="52"/>
                  </a:cubicBezTo>
                  <a:cubicBezTo>
                    <a:pt x="240" y="52"/>
                    <a:pt x="237" y="53"/>
                    <a:pt x="235" y="54"/>
                  </a:cubicBezTo>
                  <a:cubicBezTo>
                    <a:pt x="230" y="56"/>
                    <a:pt x="225" y="58"/>
                    <a:pt x="225" y="58"/>
                  </a:cubicBezTo>
                  <a:cubicBezTo>
                    <a:pt x="225" y="58"/>
                    <a:pt x="224" y="58"/>
                    <a:pt x="224" y="58"/>
                  </a:cubicBezTo>
                  <a:cubicBezTo>
                    <a:pt x="223" y="59"/>
                    <a:pt x="223" y="59"/>
                    <a:pt x="222" y="59"/>
                  </a:cubicBezTo>
                  <a:cubicBezTo>
                    <a:pt x="220" y="60"/>
                    <a:pt x="217" y="61"/>
                    <a:pt x="215" y="62"/>
                  </a:cubicBezTo>
                  <a:cubicBezTo>
                    <a:pt x="212" y="64"/>
                    <a:pt x="210" y="65"/>
                    <a:pt x="208" y="66"/>
                  </a:cubicBezTo>
                  <a:cubicBezTo>
                    <a:pt x="206" y="66"/>
                    <a:pt x="205" y="67"/>
                    <a:pt x="205" y="67"/>
                  </a:cubicBezTo>
                  <a:cubicBezTo>
                    <a:pt x="202" y="69"/>
                    <a:pt x="199" y="68"/>
                    <a:pt x="196" y="67"/>
                  </a:cubicBezTo>
                  <a:cubicBezTo>
                    <a:pt x="196" y="67"/>
                    <a:pt x="189" y="62"/>
                    <a:pt x="182" y="58"/>
                  </a:cubicBezTo>
                  <a:cubicBezTo>
                    <a:pt x="176" y="53"/>
                    <a:pt x="168" y="49"/>
                    <a:pt x="168" y="49"/>
                  </a:cubicBezTo>
                  <a:cubicBezTo>
                    <a:pt x="165" y="47"/>
                    <a:pt x="162" y="48"/>
                    <a:pt x="159" y="50"/>
                  </a:cubicBezTo>
                  <a:cubicBezTo>
                    <a:pt x="159" y="50"/>
                    <a:pt x="153" y="53"/>
                    <a:pt x="147" y="57"/>
                  </a:cubicBezTo>
                  <a:cubicBezTo>
                    <a:pt x="142" y="61"/>
                    <a:pt x="137" y="65"/>
                    <a:pt x="137" y="65"/>
                  </a:cubicBezTo>
                  <a:cubicBezTo>
                    <a:pt x="134" y="67"/>
                    <a:pt x="132" y="70"/>
                    <a:pt x="133" y="74"/>
                  </a:cubicBezTo>
                  <a:cubicBezTo>
                    <a:pt x="133" y="74"/>
                    <a:pt x="134" y="82"/>
                    <a:pt x="135" y="90"/>
                  </a:cubicBezTo>
                  <a:cubicBezTo>
                    <a:pt x="137" y="98"/>
                    <a:pt x="139" y="106"/>
                    <a:pt x="139" y="106"/>
                  </a:cubicBezTo>
                  <a:cubicBezTo>
                    <a:pt x="140" y="109"/>
                    <a:pt x="139" y="112"/>
                    <a:pt x="136" y="114"/>
                  </a:cubicBezTo>
                  <a:cubicBezTo>
                    <a:pt x="136" y="114"/>
                    <a:pt x="135" y="115"/>
                    <a:pt x="134" y="117"/>
                  </a:cubicBezTo>
                  <a:cubicBezTo>
                    <a:pt x="132" y="118"/>
                    <a:pt x="130" y="120"/>
                    <a:pt x="128" y="122"/>
                  </a:cubicBezTo>
                  <a:cubicBezTo>
                    <a:pt x="126" y="124"/>
                    <a:pt x="124" y="126"/>
                    <a:pt x="123" y="127"/>
                  </a:cubicBezTo>
                  <a:cubicBezTo>
                    <a:pt x="122" y="128"/>
                    <a:pt x="122" y="128"/>
                    <a:pt x="121" y="129"/>
                  </a:cubicBezTo>
                  <a:cubicBezTo>
                    <a:pt x="121" y="129"/>
                    <a:pt x="121" y="129"/>
                    <a:pt x="121" y="129"/>
                  </a:cubicBezTo>
                  <a:cubicBezTo>
                    <a:pt x="121" y="129"/>
                    <a:pt x="117" y="133"/>
                    <a:pt x="113" y="137"/>
                  </a:cubicBezTo>
                  <a:cubicBezTo>
                    <a:pt x="112" y="139"/>
                    <a:pt x="110" y="141"/>
                    <a:pt x="109" y="143"/>
                  </a:cubicBezTo>
                  <a:cubicBezTo>
                    <a:pt x="107" y="145"/>
                    <a:pt x="106" y="146"/>
                    <a:pt x="106" y="146"/>
                  </a:cubicBezTo>
                  <a:cubicBezTo>
                    <a:pt x="104" y="148"/>
                    <a:pt x="101" y="149"/>
                    <a:pt x="98" y="149"/>
                  </a:cubicBezTo>
                  <a:cubicBezTo>
                    <a:pt x="98" y="149"/>
                    <a:pt x="90" y="147"/>
                    <a:pt x="82" y="146"/>
                  </a:cubicBezTo>
                  <a:cubicBezTo>
                    <a:pt x="78" y="145"/>
                    <a:pt x="74" y="145"/>
                    <a:pt x="71" y="145"/>
                  </a:cubicBezTo>
                  <a:cubicBezTo>
                    <a:pt x="67" y="144"/>
                    <a:pt x="65" y="144"/>
                    <a:pt x="65" y="144"/>
                  </a:cubicBezTo>
                  <a:cubicBezTo>
                    <a:pt x="62" y="144"/>
                    <a:pt x="59" y="145"/>
                    <a:pt x="57" y="149"/>
                  </a:cubicBezTo>
                  <a:cubicBezTo>
                    <a:pt x="57" y="149"/>
                    <a:pt x="53" y="154"/>
                    <a:pt x="50" y="160"/>
                  </a:cubicBezTo>
                  <a:cubicBezTo>
                    <a:pt x="48" y="163"/>
                    <a:pt x="46" y="166"/>
                    <a:pt x="45" y="168"/>
                  </a:cubicBezTo>
                  <a:cubicBezTo>
                    <a:pt x="44" y="170"/>
                    <a:pt x="43" y="171"/>
                    <a:pt x="43" y="171"/>
                  </a:cubicBezTo>
                  <a:cubicBezTo>
                    <a:pt x="41" y="175"/>
                    <a:pt x="41" y="178"/>
                    <a:pt x="43" y="181"/>
                  </a:cubicBezTo>
                  <a:cubicBezTo>
                    <a:pt x="43" y="181"/>
                    <a:pt x="44" y="183"/>
                    <a:pt x="46" y="185"/>
                  </a:cubicBezTo>
                  <a:cubicBezTo>
                    <a:pt x="47" y="188"/>
                    <a:pt x="50" y="191"/>
                    <a:pt x="52" y="195"/>
                  </a:cubicBezTo>
                  <a:cubicBezTo>
                    <a:pt x="57" y="202"/>
                    <a:pt x="62" y="208"/>
                    <a:pt x="62" y="208"/>
                  </a:cubicBezTo>
                  <a:cubicBezTo>
                    <a:pt x="64" y="210"/>
                    <a:pt x="64" y="214"/>
                    <a:pt x="63" y="217"/>
                  </a:cubicBezTo>
                  <a:cubicBezTo>
                    <a:pt x="63" y="217"/>
                    <a:pt x="61" y="222"/>
                    <a:pt x="58" y="227"/>
                  </a:cubicBezTo>
                  <a:cubicBezTo>
                    <a:pt x="57" y="232"/>
                    <a:pt x="55" y="237"/>
                    <a:pt x="55" y="237"/>
                  </a:cubicBezTo>
                  <a:cubicBezTo>
                    <a:pt x="55" y="237"/>
                    <a:pt x="54" y="238"/>
                    <a:pt x="54" y="240"/>
                  </a:cubicBezTo>
                  <a:cubicBezTo>
                    <a:pt x="53" y="242"/>
                    <a:pt x="52" y="245"/>
                    <a:pt x="51" y="247"/>
                  </a:cubicBezTo>
                  <a:cubicBezTo>
                    <a:pt x="51" y="250"/>
                    <a:pt x="50" y="252"/>
                    <a:pt x="49" y="254"/>
                  </a:cubicBezTo>
                  <a:cubicBezTo>
                    <a:pt x="49" y="256"/>
                    <a:pt x="48" y="257"/>
                    <a:pt x="48" y="257"/>
                  </a:cubicBezTo>
                  <a:cubicBezTo>
                    <a:pt x="47" y="261"/>
                    <a:pt x="45" y="263"/>
                    <a:pt x="42" y="264"/>
                  </a:cubicBezTo>
                  <a:cubicBezTo>
                    <a:pt x="42" y="264"/>
                    <a:pt x="34" y="266"/>
                    <a:pt x="26" y="268"/>
                  </a:cubicBezTo>
                  <a:cubicBezTo>
                    <a:pt x="18" y="270"/>
                    <a:pt x="10" y="273"/>
                    <a:pt x="10" y="273"/>
                  </a:cubicBezTo>
                  <a:cubicBezTo>
                    <a:pt x="7" y="274"/>
                    <a:pt x="5" y="277"/>
                    <a:pt x="4" y="280"/>
                  </a:cubicBezTo>
                  <a:cubicBezTo>
                    <a:pt x="4" y="280"/>
                    <a:pt x="4" y="282"/>
                    <a:pt x="4" y="284"/>
                  </a:cubicBezTo>
                  <a:cubicBezTo>
                    <a:pt x="3" y="287"/>
                    <a:pt x="3" y="290"/>
                    <a:pt x="2" y="294"/>
                  </a:cubicBezTo>
                  <a:cubicBezTo>
                    <a:pt x="1" y="300"/>
                    <a:pt x="1" y="307"/>
                    <a:pt x="1" y="307"/>
                  </a:cubicBezTo>
                  <a:cubicBezTo>
                    <a:pt x="0" y="310"/>
                    <a:pt x="2" y="314"/>
                    <a:pt x="5" y="316"/>
                  </a:cubicBezTo>
                  <a:cubicBezTo>
                    <a:pt x="5" y="316"/>
                    <a:pt x="11" y="320"/>
                    <a:pt x="18" y="324"/>
                  </a:cubicBezTo>
                  <a:cubicBezTo>
                    <a:pt x="26" y="329"/>
                    <a:pt x="33" y="333"/>
                    <a:pt x="33" y="333"/>
                  </a:cubicBezTo>
                  <a:cubicBezTo>
                    <a:pt x="36" y="334"/>
                    <a:pt x="37" y="337"/>
                    <a:pt x="37" y="340"/>
                  </a:cubicBezTo>
                  <a:cubicBezTo>
                    <a:pt x="37" y="340"/>
                    <a:pt x="37" y="342"/>
                    <a:pt x="37" y="344"/>
                  </a:cubicBezTo>
                  <a:cubicBezTo>
                    <a:pt x="37" y="346"/>
                    <a:pt x="37" y="348"/>
                    <a:pt x="37" y="351"/>
                  </a:cubicBezTo>
                  <a:cubicBezTo>
                    <a:pt x="38" y="354"/>
                    <a:pt x="38" y="357"/>
                    <a:pt x="38" y="359"/>
                  </a:cubicBezTo>
                  <a:cubicBezTo>
                    <a:pt x="38" y="361"/>
                    <a:pt x="38" y="362"/>
                    <a:pt x="38" y="362"/>
                  </a:cubicBezTo>
                  <a:cubicBezTo>
                    <a:pt x="38" y="362"/>
                    <a:pt x="38" y="363"/>
                    <a:pt x="38" y="365"/>
                  </a:cubicBezTo>
                  <a:cubicBezTo>
                    <a:pt x="39" y="367"/>
                    <a:pt x="39" y="370"/>
                    <a:pt x="39" y="373"/>
                  </a:cubicBezTo>
                  <a:cubicBezTo>
                    <a:pt x="40" y="378"/>
                    <a:pt x="41" y="383"/>
                    <a:pt x="41" y="383"/>
                  </a:cubicBezTo>
                  <a:cubicBezTo>
                    <a:pt x="41" y="387"/>
                    <a:pt x="40" y="390"/>
                    <a:pt x="37" y="392"/>
                  </a:cubicBezTo>
                  <a:cubicBezTo>
                    <a:pt x="37" y="392"/>
                    <a:pt x="31" y="397"/>
                    <a:pt x="24" y="402"/>
                  </a:cubicBezTo>
                  <a:cubicBezTo>
                    <a:pt x="18" y="407"/>
                    <a:pt x="12" y="413"/>
                    <a:pt x="12" y="413"/>
                  </a:cubicBezTo>
                  <a:cubicBezTo>
                    <a:pt x="10" y="415"/>
                    <a:pt x="9" y="419"/>
                    <a:pt x="9" y="422"/>
                  </a:cubicBezTo>
                  <a:cubicBezTo>
                    <a:pt x="9" y="422"/>
                    <a:pt x="10" y="424"/>
                    <a:pt x="11" y="426"/>
                  </a:cubicBezTo>
                  <a:cubicBezTo>
                    <a:pt x="11" y="429"/>
                    <a:pt x="12" y="432"/>
                    <a:pt x="13" y="435"/>
                  </a:cubicBezTo>
                  <a:cubicBezTo>
                    <a:pt x="14" y="438"/>
                    <a:pt x="15" y="441"/>
                    <a:pt x="16" y="444"/>
                  </a:cubicBezTo>
                  <a:cubicBezTo>
                    <a:pt x="17" y="446"/>
                    <a:pt x="17" y="448"/>
                    <a:pt x="17" y="448"/>
                  </a:cubicBezTo>
                  <a:cubicBezTo>
                    <a:pt x="18" y="451"/>
                    <a:pt x="21" y="454"/>
                    <a:pt x="24" y="454"/>
                  </a:cubicBezTo>
                  <a:cubicBezTo>
                    <a:pt x="24" y="454"/>
                    <a:pt x="33" y="456"/>
                    <a:pt x="41" y="457"/>
                  </a:cubicBezTo>
                  <a:cubicBezTo>
                    <a:pt x="45" y="457"/>
                    <a:pt x="49" y="458"/>
                    <a:pt x="52" y="458"/>
                  </a:cubicBezTo>
                  <a:cubicBezTo>
                    <a:pt x="55" y="458"/>
                    <a:pt x="57" y="458"/>
                    <a:pt x="57" y="458"/>
                  </a:cubicBezTo>
                  <a:cubicBezTo>
                    <a:pt x="60" y="459"/>
                    <a:pt x="63" y="461"/>
                    <a:pt x="64" y="464"/>
                  </a:cubicBezTo>
                  <a:cubicBezTo>
                    <a:pt x="64" y="464"/>
                    <a:pt x="65" y="465"/>
                    <a:pt x="66" y="467"/>
                  </a:cubicBezTo>
                  <a:cubicBezTo>
                    <a:pt x="66" y="468"/>
                    <a:pt x="68" y="471"/>
                    <a:pt x="69" y="473"/>
                  </a:cubicBezTo>
                  <a:cubicBezTo>
                    <a:pt x="71" y="478"/>
                    <a:pt x="74" y="483"/>
                    <a:pt x="74" y="483"/>
                  </a:cubicBezTo>
                  <a:cubicBezTo>
                    <a:pt x="74" y="483"/>
                    <a:pt x="74" y="484"/>
                    <a:pt x="75" y="486"/>
                  </a:cubicBezTo>
                  <a:cubicBezTo>
                    <a:pt x="76" y="488"/>
                    <a:pt x="78" y="490"/>
                    <a:pt x="79" y="492"/>
                  </a:cubicBezTo>
                  <a:cubicBezTo>
                    <a:pt x="82" y="497"/>
                    <a:pt x="85" y="501"/>
                    <a:pt x="85" y="501"/>
                  </a:cubicBezTo>
                  <a:cubicBezTo>
                    <a:pt x="87" y="504"/>
                    <a:pt x="87" y="508"/>
                    <a:pt x="85" y="510"/>
                  </a:cubicBezTo>
                  <a:cubicBezTo>
                    <a:pt x="85" y="510"/>
                    <a:pt x="84" y="512"/>
                    <a:pt x="83" y="515"/>
                  </a:cubicBezTo>
                  <a:cubicBezTo>
                    <a:pt x="81" y="518"/>
                    <a:pt x="79" y="521"/>
                    <a:pt x="78" y="525"/>
                  </a:cubicBezTo>
                  <a:cubicBezTo>
                    <a:pt x="74" y="532"/>
                    <a:pt x="71" y="540"/>
                    <a:pt x="71" y="540"/>
                  </a:cubicBezTo>
                  <a:cubicBezTo>
                    <a:pt x="69" y="543"/>
                    <a:pt x="70" y="547"/>
                    <a:pt x="72" y="549"/>
                  </a:cubicBezTo>
                  <a:cubicBezTo>
                    <a:pt x="72" y="549"/>
                    <a:pt x="76" y="555"/>
                    <a:pt x="81" y="560"/>
                  </a:cubicBezTo>
                  <a:cubicBezTo>
                    <a:pt x="85" y="565"/>
                    <a:pt x="90" y="570"/>
                    <a:pt x="90" y="570"/>
                  </a:cubicBezTo>
                  <a:cubicBezTo>
                    <a:pt x="92" y="573"/>
                    <a:pt x="96" y="574"/>
                    <a:pt x="99" y="573"/>
                  </a:cubicBezTo>
                  <a:cubicBezTo>
                    <a:pt x="99" y="573"/>
                    <a:pt x="107" y="571"/>
                    <a:pt x="115" y="568"/>
                  </a:cubicBezTo>
                  <a:cubicBezTo>
                    <a:pt x="119" y="567"/>
                    <a:pt x="122" y="566"/>
                    <a:pt x="125" y="565"/>
                  </a:cubicBezTo>
                  <a:cubicBezTo>
                    <a:pt x="128" y="564"/>
                    <a:pt x="130" y="563"/>
                    <a:pt x="130" y="563"/>
                  </a:cubicBezTo>
                  <a:cubicBezTo>
                    <a:pt x="133" y="562"/>
                    <a:pt x="137" y="563"/>
                    <a:pt x="139" y="565"/>
                  </a:cubicBezTo>
                  <a:cubicBezTo>
                    <a:pt x="139" y="565"/>
                    <a:pt x="140" y="566"/>
                    <a:pt x="141" y="567"/>
                  </a:cubicBezTo>
                  <a:cubicBezTo>
                    <a:pt x="143" y="569"/>
                    <a:pt x="145" y="570"/>
                    <a:pt x="147" y="572"/>
                  </a:cubicBezTo>
                  <a:cubicBezTo>
                    <a:pt x="149" y="574"/>
                    <a:pt x="151" y="576"/>
                    <a:pt x="153" y="577"/>
                  </a:cubicBezTo>
                  <a:cubicBezTo>
                    <a:pt x="155" y="578"/>
                    <a:pt x="156" y="579"/>
                    <a:pt x="156" y="579"/>
                  </a:cubicBezTo>
                  <a:cubicBezTo>
                    <a:pt x="156" y="579"/>
                    <a:pt x="160" y="582"/>
                    <a:pt x="164" y="585"/>
                  </a:cubicBezTo>
                  <a:cubicBezTo>
                    <a:pt x="169" y="588"/>
                    <a:pt x="173" y="591"/>
                    <a:pt x="173" y="591"/>
                  </a:cubicBezTo>
                  <a:cubicBezTo>
                    <a:pt x="176" y="593"/>
                    <a:pt x="177" y="596"/>
                    <a:pt x="177" y="599"/>
                  </a:cubicBezTo>
                  <a:cubicBezTo>
                    <a:pt x="177" y="599"/>
                    <a:pt x="177" y="607"/>
                    <a:pt x="176" y="616"/>
                  </a:cubicBezTo>
                  <a:cubicBezTo>
                    <a:pt x="176" y="624"/>
                    <a:pt x="176" y="632"/>
                    <a:pt x="176" y="632"/>
                  </a:cubicBezTo>
                  <a:cubicBezTo>
                    <a:pt x="176" y="635"/>
                    <a:pt x="178" y="639"/>
                    <a:pt x="181" y="640"/>
                  </a:cubicBezTo>
                  <a:cubicBezTo>
                    <a:pt x="181" y="640"/>
                    <a:pt x="183" y="641"/>
                    <a:pt x="185" y="642"/>
                  </a:cubicBezTo>
                  <a:cubicBezTo>
                    <a:pt x="187" y="643"/>
                    <a:pt x="190" y="645"/>
                    <a:pt x="193" y="646"/>
                  </a:cubicBezTo>
                  <a:cubicBezTo>
                    <a:pt x="199" y="649"/>
                    <a:pt x="205" y="652"/>
                    <a:pt x="205" y="652"/>
                  </a:cubicBezTo>
                  <a:cubicBezTo>
                    <a:pt x="209" y="653"/>
                    <a:pt x="213" y="653"/>
                    <a:pt x="215" y="651"/>
                  </a:cubicBezTo>
                  <a:cubicBezTo>
                    <a:pt x="215" y="651"/>
                    <a:pt x="217" y="650"/>
                    <a:pt x="219" y="648"/>
                  </a:cubicBezTo>
                  <a:cubicBezTo>
                    <a:pt x="222" y="646"/>
                    <a:pt x="225" y="643"/>
                    <a:pt x="228" y="640"/>
                  </a:cubicBezTo>
                  <a:cubicBezTo>
                    <a:pt x="234" y="635"/>
                    <a:pt x="240" y="629"/>
                    <a:pt x="240" y="629"/>
                  </a:cubicBezTo>
                  <a:cubicBezTo>
                    <a:pt x="242" y="627"/>
                    <a:pt x="246" y="626"/>
                    <a:pt x="249" y="627"/>
                  </a:cubicBezTo>
                  <a:cubicBezTo>
                    <a:pt x="249" y="627"/>
                    <a:pt x="250" y="628"/>
                    <a:pt x="252" y="628"/>
                  </a:cubicBezTo>
                  <a:cubicBezTo>
                    <a:pt x="254" y="629"/>
                    <a:pt x="256" y="630"/>
                    <a:pt x="259" y="631"/>
                  </a:cubicBezTo>
                  <a:cubicBezTo>
                    <a:pt x="264" y="632"/>
                    <a:pt x="269" y="633"/>
                    <a:pt x="269" y="633"/>
                  </a:cubicBezTo>
                  <a:cubicBezTo>
                    <a:pt x="269" y="633"/>
                    <a:pt x="271" y="634"/>
                    <a:pt x="273" y="634"/>
                  </a:cubicBezTo>
                  <a:cubicBezTo>
                    <a:pt x="275" y="634"/>
                    <a:pt x="277" y="635"/>
                    <a:pt x="280" y="636"/>
                  </a:cubicBezTo>
                  <a:cubicBezTo>
                    <a:pt x="283" y="636"/>
                    <a:pt x="285" y="637"/>
                    <a:pt x="287" y="637"/>
                  </a:cubicBezTo>
                  <a:cubicBezTo>
                    <a:pt x="289" y="637"/>
                    <a:pt x="291" y="637"/>
                    <a:pt x="291" y="637"/>
                  </a:cubicBezTo>
                  <a:cubicBezTo>
                    <a:pt x="294" y="638"/>
                    <a:pt x="296" y="640"/>
                    <a:pt x="297" y="643"/>
                  </a:cubicBezTo>
                  <a:cubicBezTo>
                    <a:pt x="297" y="643"/>
                    <a:pt x="298" y="645"/>
                    <a:pt x="299" y="648"/>
                  </a:cubicBezTo>
                  <a:cubicBezTo>
                    <a:pt x="300" y="651"/>
                    <a:pt x="302" y="655"/>
                    <a:pt x="303" y="659"/>
                  </a:cubicBezTo>
                  <a:cubicBezTo>
                    <a:pt x="306" y="666"/>
                    <a:pt x="310" y="674"/>
                    <a:pt x="310" y="674"/>
                  </a:cubicBezTo>
                  <a:cubicBezTo>
                    <a:pt x="311" y="677"/>
                    <a:pt x="314" y="679"/>
                    <a:pt x="318" y="679"/>
                  </a:cubicBezTo>
                  <a:cubicBezTo>
                    <a:pt x="318" y="679"/>
                    <a:pt x="320" y="679"/>
                    <a:pt x="322" y="679"/>
                  </a:cubicBezTo>
                  <a:cubicBezTo>
                    <a:pt x="325" y="679"/>
                    <a:pt x="328" y="680"/>
                    <a:pt x="331" y="680"/>
                  </a:cubicBezTo>
                  <a:cubicBezTo>
                    <a:pt x="335" y="680"/>
                    <a:pt x="338" y="680"/>
                    <a:pt x="340" y="680"/>
                  </a:cubicBezTo>
                  <a:cubicBezTo>
                    <a:pt x="343" y="680"/>
                    <a:pt x="345" y="680"/>
                    <a:pt x="345" y="680"/>
                  </a:cubicBezTo>
                  <a:close/>
                  <a:moveTo>
                    <a:pt x="334" y="592"/>
                  </a:moveTo>
                  <a:cubicBezTo>
                    <a:pt x="320" y="592"/>
                    <a:pt x="307" y="590"/>
                    <a:pt x="297" y="588"/>
                  </a:cubicBezTo>
                  <a:cubicBezTo>
                    <a:pt x="295" y="588"/>
                    <a:pt x="293" y="588"/>
                    <a:pt x="291" y="587"/>
                  </a:cubicBezTo>
                  <a:cubicBezTo>
                    <a:pt x="289" y="587"/>
                    <a:pt x="287" y="586"/>
                    <a:pt x="285" y="586"/>
                  </a:cubicBezTo>
                  <a:cubicBezTo>
                    <a:pt x="284" y="586"/>
                    <a:pt x="283" y="586"/>
                    <a:pt x="282" y="585"/>
                  </a:cubicBezTo>
                  <a:cubicBezTo>
                    <a:pt x="281" y="585"/>
                    <a:pt x="281" y="585"/>
                    <a:pt x="281" y="585"/>
                  </a:cubicBezTo>
                  <a:cubicBezTo>
                    <a:pt x="281" y="585"/>
                    <a:pt x="279" y="585"/>
                    <a:pt x="277" y="584"/>
                  </a:cubicBezTo>
                  <a:cubicBezTo>
                    <a:pt x="274" y="583"/>
                    <a:pt x="270" y="582"/>
                    <a:pt x="265" y="581"/>
                  </a:cubicBezTo>
                  <a:cubicBezTo>
                    <a:pt x="255" y="578"/>
                    <a:pt x="243" y="573"/>
                    <a:pt x="231" y="567"/>
                  </a:cubicBezTo>
                  <a:cubicBezTo>
                    <a:pt x="225" y="565"/>
                    <a:pt x="219" y="561"/>
                    <a:pt x="214" y="558"/>
                  </a:cubicBezTo>
                  <a:cubicBezTo>
                    <a:pt x="208" y="555"/>
                    <a:pt x="203" y="552"/>
                    <a:pt x="199" y="549"/>
                  </a:cubicBezTo>
                  <a:cubicBezTo>
                    <a:pt x="197" y="548"/>
                    <a:pt x="195" y="547"/>
                    <a:pt x="194" y="546"/>
                  </a:cubicBezTo>
                  <a:cubicBezTo>
                    <a:pt x="192" y="544"/>
                    <a:pt x="191" y="543"/>
                    <a:pt x="189" y="542"/>
                  </a:cubicBezTo>
                  <a:cubicBezTo>
                    <a:pt x="187" y="541"/>
                    <a:pt x="186" y="540"/>
                    <a:pt x="186" y="540"/>
                  </a:cubicBezTo>
                  <a:cubicBezTo>
                    <a:pt x="186" y="540"/>
                    <a:pt x="185" y="539"/>
                    <a:pt x="185" y="539"/>
                  </a:cubicBezTo>
                  <a:cubicBezTo>
                    <a:pt x="184" y="538"/>
                    <a:pt x="183" y="538"/>
                    <a:pt x="182" y="537"/>
                  </a:cubicBezTo>
                  <a:cubicBezTo>
                    <a:pt x="180" y="535"/>
                    <a:pt x="177" y="532"/>
                    <a:pt x="173" y="529"/>
                  </a:cubicBezTo>
                  <a:cubicBezTo>
                    <a:pt x="166" y="523"/>
                    <a:pt x="156" y="513"/>
                    <a:pt x="147" y="503"/>
                  </a:cubicBezTo>
                  <a:cubicBezTo>
                    <a:pt x="139" y="493"/>
                    <a:pt x="131" y="482"/>
                    <a:pt x="126" y="474"/>
                  </a:cubicBezTo>
                  <a:cubicBezTo>
                    <a:pt x="124" y="472"/>
                    <a:pt x="123" y="470"/>
                    <a:pt x="122" y="468"/>
                  </a:cubicBezTo>
                  <a:cubicBezTo>
                    <a:pt x="121" y="466"/>
                    <a:pt x="120" y="464"/>
                    <a:pt x="120" y="463"/>
                  </a:cubicBezTo>
                  <a:cubicBezTo>
                    <a:pt x="119" y="462"/>
                    <a:pt x="118" y="461"/>
                    <a:pt x="118" y="460"/>
                  </a:cubicBezTo>
                  <a:cubicBezTo>
                    <a:pt x="117" y="460"/>
                    <a:pt x="117" y="459"/>
                    <a:pt x="117" y="459"/>
                  </a:cubicBezTo>
                  <a:cubicBezTo>
                    <a:pt x="117" y="459"/>
                    <a:pt x="117" y="458"/>
                    <a:pt x="115" y="455"/>
                  </a:cubicBezTo>
                  <a:cubicBezTo>
                    <a:pt x="114" y="453"/>
                    <a:pt x="112" y="449"/>
                    <a:pt x="110" y="444"/>
                  </a:cubicBezTo>
                  <a:cubicBezTo>
                    <a:pt x="109" y="442"/>
                    <a:pt x="108" y="440"/>
                    <a:pt x="107" y="437"/>
                  </a:cubicBezTo>
                  <a:cubicBezTo>
                    <a:pt x="106" y="434"/>
                    <a:pt x="104" y="432"/>
                    <a:pt x="103" y="429"/>
                  </a:cubicBezTo>
                  <a:cubicBezTo>
                    <a:pt x="102" y="426"/>
                    <a:pt x="101" y="423"/>
                    <a:pt x="100" y="420"/>
                  </a:cubicBezTo>
                  <a:cubicBezTo>
                    <a:pt x="99" y="417"/>
                    <a:pt x="98" y="413"/>
                    <a:pt x="97" y="410"/>
                  </a:cubicBezTo>
                  <a:cubicBezTo>
                    <a:pt x="93" y="398"/>
                    <a:pt x="91" y="384"/>
                    <a:pt x="89" y="375"/>
                  </a:cubicBezTo>
                  <a:cubicBezTo>
                    <a:pt x="88" y="365"/>
                    <a:pt x="87" y="358"/>
                    <a:pt x="87" y="358"/>
                  </a:cubicBezTo>
                  <a:cubicBezTo>
                    <a:pt x="87" y="358"/>
                    <a:pt x="87" y="356"/>
                    <a:pt x="87" y="354"/>
                  </a:cubicBezTo>
                  <a:cubicBezTo>
                    <a:pt x="87" y="351"/>
                    <a:pt x="87" y="347"/>
                    <a:pt x="87" y="342"/>
                  </a:cubicBezTo>
                  <a:cubicBezTo>
                    <a:pt x="87" y="332"/>
                    <a:pt x="87" y="318"/>
                    <a:pt x="89" y="305"/>
                  </a:cubicBezTo>
                  <a:cubicBezTo>
                    <a:pt x="91" y="292"/>
                    <a:pt x="94" y="279"/>
                    <a:pt x="96" y="269"/>
                  </a:cubicBezTo>
                  <a:cubicBezTo>
                    <a:pt x="98" y="264"/>
                    <a:pt x="99" y="261"/>
                    <a:pt x="100" y="258"/>
                  </a:cubicBezTo>
                  <a:cubicBezTo>
                    <a:pt x="100" y="256"/>
                    <a:pt x="101" y="255"/>
                    <a:pt x="101" y="255"/>
                  </a:cubicBezTo>
                  <a:cubicBezTo>
                    <a:pt x="101" y="254"/>
                    <a:pt x="101" y="253"/>
                    <a:pt x="101" y="253"/>
                  </a:cubicBezTo>
                  <a:cubicBezTo>
                    <a:pt x="101" y="253"/>
                    <a:pt x="102" y="252"/>
                    <a:pt x="103" y="249"/>
                  </a:cubicBezTo>
                  <a:cubicBezTo>
                    <a:pt x="103" y="248"/>
                    <a:pt x="104" y="246"/>
                    <a:pt x="105" y="244"/>
                  </a:cubicBezTo>
                  <a:cubicBezTo>
                    <a:pt x="106" y="242"/>
                    <a:pt x="106" y="240"/>
                    <a:pt x="107" y="238"/>
                  </a:cubicBezTo>
                  <a:cubicBezTo>
                    <a:pt x="109" y="233"/>
                    <a:pt x="112" y="228"/>
                    <a:pt x="115" y="223"/>
                  </a:cubicBezTo>
                  <a:cubicBezTo>
                    <a:pt x="118" y="217"/>
                    <a:pt x="121" y="211"/>
                    <a:pt x="124" y="206"/>
                  </a:cubicBezTo>
                  <a:cubicBezTo>
                    <a:pt x="131" y="194"/>
                    <a:pt x="139" y="183"/>
                    <a:pt x="145" y="176"/>
                  </a:cubicBezTo>
                  <a:cubicBezTo>
                    <a:pt x="149" y="172"/>
                    <a:pt x="151" y="169"/>
                    <a:pt x="153" y="167"/>
                  </a:cubicBezTo>
                  <a:cubicBezTo>
                    <a:pt x="155" y="165"/>
                    <a:pt x="156" y="164"/>
                    <a:pt x="156" y="164"/>
                  </a:cubicBezTo>
                  <a:cubicBezTo>
                    <a:pt x="156" y="164"/>
                    <a:pt x="158" y="162"/>
                    <a:pt x="160" y="160"/>
                  </a:cubicBezTo>
                  <a:cubicBezTo>
                    <a:pt x="162" y="158"/>
                    <a:pt x="165" y="155"/>
                    <a:pt x="168" y="152"/>
                  </a:cubicBezTo>
                  <a:cubicBezTo>
                    <a:pt x="176" y="145"/>
                    <a:pt x="186" y="137"/>
                    <a:pt x="197" y="129"/>
                  </a:cubicBezTo>
                  <a:cubicBezTo>
                    <a:pt x="208" y="122"/>
                    <a:pt x="220" y="115"/>
                    <a:pt x="229" y="111"/>
                  </a:cubicBezTo>
                  <a:cubicBezTo>
                    <a:pt x="233" y="108"/>
                    <a:pt x="237" y="107"/>
                    <a:pt x="239" y="106"/>
                  </a:cubicBezTo>
                  <a:cubicBezTo>
                    <a:pt x="242" y="104"/>
                    <a:pt x="244" y="104"/>
                    <a:pt x="244" y="104"/>
                  </a:cubicBezTo>
                  <a:cubicBezTo>
                    <a:pt x="244" y="104"/>
                    <a:pt x="245" y="103"/>
                    <a:pt x="248" y="102"/>
                  </a:cubicBezTo>
                  <a:cubicBezTo>
                    <a:pt x="251" y="101"/>
                    <a:pt x="254" y="99"/>
                    <a:pt x="259" y="98"/>
                  </a:cubicBezTo>
                  <a:cubicBezTo>
                    <a:pt x="269" y="95"/>
                    <a:pt x="281" y="91"/>
                    <a:pt x="294" y="89"/>
                  </a:cubicBezTo>
                  <a:cubicBezTo>
                    <a:pt x="301" y="87"/>
                    <a:pt x="308" y="87"/>
                    <a:pt x="314" y="86"/>
                  </a:cubicBezTo>
                  <a:cubicBezTo>
                    <a:pt x="320" y="85"/>
                    <a:pt x="326" y="85"/>
                    <a:pt x="331" y="85"/>
                  </a:cubicBezTo>
                  <a:cubicBezTo>
                    <a:pt x="333" y="85"/>
                    <a:pt x="336" y="85"/>
                    <a:pt x="338" y="85"/>
                  </a:cubicBezTo>
                  <a:cubicBezTo>
                    <a:pt x="340" y="85"/>
                    <a:pt x="341" y="85"/>
                    <a:pt x="343" y="85"/>
                  </a:cubicBezTo>
                  <a:cubicBezTo>
                    <a:pt x="346" y="85"/>
                    <a:pt x="347" y="85"/>
                    <a:pt x="347" y="85"/>
                  </a:cubicBezTo>
                  <a:cubicBezTo>
                    <a:pt x="347" y="85"/>
                    <a:pt x="348" y="85"/>
                    <a:pt x="349" y="85"/>
                  </a:cubicBezTo>
                  <a:cubicBezTo>
                    <a:pt x="349" y="85"/>
                    <a:pt x="350" y="85"/>
                    <a:pt x="352" y="85"/>
                  </a:cubicBezTo>
                  <a:cubicBezTo>
                    <a:pt x="355" y="85"/>
                    <a:pt x="359" y="85"/>
                    <a:pt x="364" y="86"/>
                  </a:cubicBezTo>
                  <a:cubicBezTo>
                    <a:pt x="374" y="87"/>
                    <a:pt x="387" y="89"/>
                    <a:pt x="400" y="92"/>
                  </a:cubicBezTo>
                  <a:cubicBezTo>
                    <a:pt x="413" y="95"/>
                    <a:pt x="426" y="99"/>
                    <a:pt x="435" y="103"/>
                  </a:cubicBezTo>
                  <a:cubicBezTo>
                    <a:pt x="439" y="105"/>
                    <a:pt x="443" y="106"/>
                    <a:pt x="446" y="107"/>
                  </a:cubicBezTo>
                  <a:cubicBezTo>
                    <a:pt x="449" y="109"/>
                    <a:pt x="450" y="109"/>
                    <a:pt x="450" y="109"/>
                  </a:cubicBezTo>
                  <a:cubicBezTo>
                    <a:pt x="450" y="109"/>
                    <a:pt x="456" y="112"/>
                    <a:pt x="465" y="117"/>
                  </a:cubicBezTo>
                  <a:cubicBezTo>
                    <a:pt x="473" y="122"/>
                    <a:pt x="485" y="129"/>
                    <a:pt x="495" y="137"/>
                  </a:cubicBezTo>
                  <a:cubicBezTo>
                    <a:pt x="498" y="139"/>
                    <a:pt x="500" y="141"/>
                    <a:pt x="503" y="143"/>
                  </a:cubicBezTo>
                  <a:cubicBezTo>
                    <a:pt x="505" y="145"/>
                    <a:pt x="508" y="147"/>
                    <a:pt x="510" y="150"/>
                  </a:cubicBezTo>
                  <a:cubicBezTo>
                    <a:pt x="512" y="152"/>
                    <a:pt x="515" y="154"/>
                    <a:pt x="517" y="156"/>
                  </a:cubicBezTo>
                  <a:cubicBezTo>
                    <a:pt x="519" y="158"/>
                    <a:pt x="521" y="160"/>
                    <a:pt x="522" y="161"/>
                  </a:cubicBezTo>
                  <a:cubicBezTo>
                    <a:pt x="526" y="165"/>
                    <a:pt x="529" y="168"/>
                    <a:pt x="531" y="170"/>
                  </a:cubicBezTo>
                  <a:cubicBezTo>
                    <a:pt x="533" y="172"/>
                    <a:pt x="534" y="174"/>
                    <a:pt x="534" y="174"/>
                  </a:cubicBezTo>
                  <a:cubicBezTo>
                    <a:pt x="534" y="174"/>
                    <a:pt x="534" y="174"/>
                    <a:pt x="534" y="175"/>
                  </a:cubicBezTo>
                  <a:cubicBezTo>
                    <a:pt x="535" y="175"/>
                    <a:pt x="536" y="176"/>
                    <a:pt x="537" y="177"/>
                  </a:cubicBezTo>
                  <a:cubicBezTo>
                    <a:pt x="537" y="178"/>
                    <a:pt x="539" y="180"/>
                    <a:pt x="540" y="181"/>
                  </a:cubicBezTo>
                  <a:cubicBezTo>
                    <a:pt x="541" y="183"/>
                    <a:pt x="543" y="185"/>
                    <a:pt x="544" y="187"/>
                  </a:cubicBezTo>
                  <a:cubicBezTo>
                    <a:pt x="550" y="195"/>
                    <a:pt x="557" y="206"/>
                    <a:pt x="564" y="218"/>
                  </a:cubicBezTo>
                  <a:cubicBezTo>
                    <a:pt x="570" y="229"/>
                    <a:pt x="575" y="241"/>
                    <a:pt x="579" y="251"/>
                  </a:cubicBezTo>
                  <a:cubicBezTo>
                    <a:pt x="580" y="255"/>
                    <a:pt x="582" y="259"/>
                    <a:pt x="583" y="262"/>
                  </a:cubicBezTo>
                  <a:cubicBezTo>
                    <a:pt x="583" y="264"/>
                    <a:pt x="583" y="265"/>
                    <a:pt x="584" y="265"/>
                  </a:cubicBezTo>
                  <a:cubicBezTo>
                    <a:pt x="584" y="266"/>
                    <a:pt x="584" y="267"/>
                    <a:pt x="584" y="267"/>
                  </a:cubicBezTo>
                  <a:cubicBezTo>
                    <a:pt x="584" y="267"/>
                    <a:pt x="584" y="268"/>
                    <a:pt x="585" y="271"/>
                  </a:cubicBezTo>
                  <a:cubicBezTo>
                    <a:pt x="586" y="272"/>
                    <a:pt x="586" y="274"/>
                    <a:pt x="587" y="276"/>
                  </a:cubicBezTo>
                  <a:cubicBezTo>
                    <a:pt x="587" y="278"/>
                    <a:pt x="588" y="280"/>
                    <a:pt x="588" y="283"/>
                  </a:cubicBezTo>
                  <a:cubicBezTo>
                    <a:pt x="589" y="287"/>
                    <a:pt x="590" y="293"/>
                    <a:pt x="591" y="299"/>
                  </a:cubicBezTo>
                  <a:cubicBezTo>
                    <a:pt x="592" y="305"/>
                    <a:pt x="593" y="312"/>
                    <a:pt x="594" y="319"/>
                  </a:cubicBezTo>
                  <a:cubicBezTo>
                    <a:pt x="595" y="332"/>
                    <a:pt x="595" y="345"/>
                    <a:pt x="594" y="355"/>
                  </a:cubicBezTo>
                  <a:cubicBezTo>
                    <a:pt x="593" y="360"/>
                    <a:pt x="593" y="364"/>
                    <a:pt x="593" y="367"/>
                  </a:cubicBezTo>
                  <a:cubicBezTo>
                    <a:pt x="592" y="370"/>
                    <a:pt x="592" y="372"/>
                    <a:pt x="592" y="372"/>
                  </a:cubicBezTo>
                  <a:cubicBezTo>
                    <a:pt x="592" y="372"/>
                    <a:pt x="592" y="372"/>
                    <a:pt x="592" y="373"/>
                  </a:cubicBezTo>
                  <a:cubicBezTo>
                    <a:pt x="592" y="374"/>
                    <a:pt x="592" y="375"/>
                    <a:pt x="591" y="376"/>
                  </a:cubicBezTo>
                  <a:cubicBezTo>
                    <a:pt x="591" y="378"/>
                    <a:pt x="591" y="379"/>
                    <a:pt x="591" y="381"/>
                  </a:cubicBezTo>
                  <a:cubicBezTo>
                    <a:pt x="590" y="383"/>
                    <a:pt x="590" y="386"/>
                    <a:pt x="589" y="388"/>
                  </a:cubicBezTo>
                  <a:cubicBezTo>
                    <a:pt x="588" y="398"/>
                    <a:pt x="584" y="411"/>
                    <a:pt x="580" y="423"/>
                  </a:cubicBezTo>
                  <a:cubicBezTo>
                    <a:pt x="575" y="436"/>
                    <a:pt x="570" y="448"/>
                    <a:pt x="565" y="457"/>
                  </a:cubicBezTo>
                  <a:cubicBezTo>
                    <a:pt x="563" y="461"/>
                    <a:pt x="561" y="465"/>
                    <a:pt x="559" y="467"/>
                  </a:cubicBezTo>
                  <a:cubicBezTo>
                    <a:pt x="558" y="470"/>
                    <a:pt x="557" y="471"/>
                    <a:pt x="557" y="471"/>
                  </a:cubicBezTo>
                  <a:cubicBezTo>
                    <a:pt x="557" y="471"/>
                    <a:pt x="556" y="473"/>
                    <a:pt x="554" y="475"/>
                  </a:cubicBezTo>
                  <a:cubicBezTo>
                    <a:pt x="553" y="478"/>
                    <a:pt x="550" y="481"/>
                    <a:pt x="548" y="485"/>
                  </a:cubicBezTo>
                  <a:cubicBezTo>
                    <a:pt x="542" y="493"/>
                    <a:pt x="534" y="504"/>
                    <a:pt x="525" y="513"/>
                  </a:cubicBezTo>
                  <a:cubicBezTo>
                    <a:pt x="515" y="523"/>
                    <a:pt x="505" y="532"/>
                    <a:pt x="497" y="538"/>
                  </a:cubicBezTo>
                  <a:cubicBezTo>
                    <a:pt x="496" y="539"/>
                    <a:pt x="496" y="539"/>
                    <a:pt x="495" y="540"/>
                  </a:cubicBezTo>
                  <a:cubicBezTo>
                    <a:pt x="494" y="541"/>
                    <a:pt x="493" y="541"/>
                    <a:pt x="492" y="542"/>
                  </a:cubicBezTo>
                  <a:cubicBezTo>
                    <a:pt x="490" y="543"/>
                    <a:pt x="489" y="544"/>
                    <a:pt x="488" y="545"/>
                  </a:cubicBezTo>
                  <a:cubicBezTo>
                    <a:pt x="485" y="547"/>
                    <a:pt x="484" y="548"/>
                    <a:pt x="484" y="548"/>
                  </a:cubicBezTo>
                  <a:cubicBezTo>
                    <a:pt x="484" y="548"/>
                    <a:pt x="483" y="549"/>
                    <a:pt x="480" y="550"/>
                  </a:cubicBezTo>
                  <a:cubicBezTo>
                    <a:pt x="479" y="551"/>
                    <a:pt x="478" y="552"/>
                    <a:pt x="476" y="553"/>
                  </a:cubicBezTo>
                  <a:cubicBezTo>
                    <a:pt x="475" y="554"/>
                    <a:pt x="474" y="554"/>
                    <a:pt x="473" y="555"/>
                  </a:cubicBezTo>
                  <a:cubicBezTo>
                    <a:pt x="472" y="555"/>
                    <a:pt x="471" y="556"/>
                    <a:pt x="470" y="557"/>
                  </a:cubicBezTo>
                  <a:cubicBezTo>
                    <a:pt x="461" y="562"/>
                    <a:pt x="450" y="568"/>
                    <a:pt x="437" y="573"/>
                  </a:cubicBezTo>
                  <a:cubicBezTo>
                    <a:pt x="425" y="578"/>
                    <a:pt x="412" y="582"/>
                    <a:pt x="403" y="585"/>
                  </a:cubicBezTo>
                  <a:cubicBezTo>
                    <a:pt x="398" y="586"/>
                    <a:pt x="394" y="587"/>
                    <a:pt x="391" y="587"/>
                  </a:cubicBezTo>
                  <a:cubicBezTo>
                    <a:pt x="388" y="588"/>
                    <a:pt x="387" y="588"/>
                    <a:pt x="387" y="588"/>
                  </a:cubicBezTo>
                  <a:cubicBezTo>
                    <a:pt x="387" y="588"/>
                    <a:pt x="385" y="588"/>
                    <a:pt x="382" y="589"/>
                  </a:cubicBezTo>
                  <a:cubicBezTo>
                    <a:pt x="379" y="589"/>
                    <a:pt x="375" y="590"/>
                    <a:pt x="370" y="591"/>
                  </a:cubicBezTo>
                  <a:cubicBezTo>
                    <a:pt x="360" y="592"/>
                    <a:pt x="347" y="593"/>
                    <a:pt x="334" y="5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 defTabSz="396347"/>
              <a:endParaRPr sz="1330">
                <a:solidFill>
                  <a:prstClr val="black"/>
                </a:solidFill>
                <a:latin typeface="Calibri"/>
                <a:sym typeface="+mn-lt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2166ABA-1800-3B98-DAB2-C1DF180BC23B}"/>
                </a:ext>
              </a:extLst>
            </p:cNvPr>
            <p:cNvSpPr txBox="1"/>
            <p:nvPr/>
          </p:nvSpPr>
          <p:spPr>
            <a:xfrm>
              <a:off x="984068" y="2586886"/>
              <a:ext cx="319725" cy="569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96347"/>
              <a:r>
                <a:rPr lang="en-US" altLang="zh-CN" sz="1560" b="1" dirty="0">
                  <a:solidFill>
                    <a:srgbClr val="1F497D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endParaRPr lang="zh-CN" altLang="en-US" sz="1560" b="1" dirty="0">
                <a:solidFill>
                  <a:srgbClr val="1F497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60" name="文本框 459">
                <a:extLst>
                  <a:ext uri="{FF2B5EF4-FFF2-40B4-BE49-F238E27FC236}">
                    <a16:creationId xmlns:a16="http://schemas.microsoft.com/office/drawing/2014/main" id="{4F3D22ED-E3D6-4E04-A8F1-0554542A7858}"/>
                  </a:ext>
                </a:extLst>
              </p:cNvPr>
              <p:cNvSpPr txBox="1"/>
              <p:nvPr/>
            </p:nvSpPr>
            <p:spPr>
              <a:xfrm>
                <a:off x="2825766" y="2253683"/>
                <a:ext cx="1465702" cy="7243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396347">
                  <a:lnSpc>
                    <a:spcPct val="150000"/>
                  </a:lnSpc>
                </a:pPr>
                <a:r>
                  <a:rPr lang="en-US" altLang="zh-CN" sz="1040" i="1" dirty="0">
                    <a:solidFill>
                      <a:prstClr val="black"/>
                    </a:solidFill>
                    <a:latin typeface="Calibri"/>
                    <a:ea typeface="宋体" panose="02010600030101010101" pitchFamily="2" charset="-122"/>
                  </a:rPr>
                  <a:t>           </a:t>
                </a:r>
                <a:r>
                  <a:rPr lang="en-US" altLang="zh-CN" sz="1387" i="1" dirty="0">
                    <a:solidFill>
                      <a:prstClr val="black"/>
                    </a:solidFill>
                    <a:latin typeface="Calibri"/>
                    <a:ea typeface="宋体" panose="02010600030101010101" pitchFamily="2" charset="-122"/>
                  </a:rPr>
                  <a:t>MSE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387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387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387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387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𝑑𝑎𝑖𝑙𝑦</m:t>
                        </m:r>
                      </m:sub>
                    </m:sSub>
                  </m:oMath>
                </a14:m>
                <a:r>
                  <a:rPr lang="en-US" altLang="zh-CN" sz="1387" i="1" dirty="0">
                    <a:solidFill>
                      <a:prstClr val="black"/>
                    </a:solidFill>
                    <a:latin typeface="Calibri"/>
                    <a:ea typeface="宋体" panose="02010600030101010101" pitchFamily="2" charset="-122"/>
                  </a:rPr>
                  <a:t> ,</a:t>
                </a:r>
              </a:p>
              <a:p>
                <a:pPr defTabSz="396347">
                  <a:lnSpc>
                    <a:spcPct val="150000"/>
                  </a:lnSpc>
                </a:pPr>
                <a:r>
                  <a:rPr lang="en-US" altLang="zh-CN" sz="1387" i="1" dirty="0">
                    <a:solidFill>
                      <a:prstClr val="black"/>
                    </a:solidFill>
                    <a:latin typeface="Calibri"/>
                    <a:ea typeface="宋体" panose="02010600030101010101" pitchFamily="2" charset="-122"/>
                  </a:rPr>
                  <a:t>Observed data)</a:t>
                </a:r>
                <a:endParaRPr lang="zh-CN" altLang="en-US" sz="1387" i="1" dirty="0">
                  <a:solidFill>
                    <a:prstClr val="black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460" name="文本框 459">
                <a:extLst>
                  <a:ext uri="{FF2B5EF4-FFF2-40B4-BE49-F238E27FC236}">
                    <a16:creationId xmlns:a16="http://schemas.microsoft.com/office/drawing/2014/main" id="{4F3D22ED-E3D6-4E04-A8F1-0554542A7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5766" y="2253683"/>
                <a:ext cx="1465702" cy="724365"/>
              </a:xfrm>
              <a:prstGeom prst="rect">
                <a:avLst/>
              </a:prstGeom>
              <a:blipFill>
                <a:blip r:embed="rId14"/>
                <a:stretch>
                  <a:fillRect l="-1250" b="-75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4524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</Words>
  <Application>Microsoft Office PowerPoint</Application>
  <PresentationFormat>自定义</PresentationFormat>
  <Paragraphs>26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Calibri</vt:lpstr>
      <vt:lpstr>Cambria Math</vt:lpstr>
      <vt:lpstr>Times New Roman</vt:lpstr>
      <vt:lpstr>Office Theme</vt:lpstr>
      <vt:lpstr>1_Office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Hao Wang</cp:lastModifiedBy>
  <cp:revision>4</cp:revision>
  <dcterms:created xsi:type="dcterms:W3CDTF">2013-01-27T09:14:16Z</dcterms:created>
  <dcterms:modified xsi:type="dcterms:W3CDTF">2025-10-24T20:33:57Z</dcterms:modified>
  <cp:category/>
</cp:coreProperties>
</file>